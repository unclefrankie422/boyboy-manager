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TQUK 家长教练培训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应对方法与实操练习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2-3 · 学方法、练技巧、现场指导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3天2夜家长教练课程 · 第三部分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本节目标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53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掌握核心应对策略——心理学、教育学、哲学视角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391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学会具体的沟通技巧和情绪管理方法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通过角色扮演练习，把知识变成技能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107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37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接受老师的现场指导——语气、表情、肢体语言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带着一套可操作的方法回家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核心理念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36576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7F3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先连接，再纠正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"Connection before Correction" — Alfred Adler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560320" cy="21031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2560320" cy="54864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心理学视角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理解行为背后的需求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每个「问题行为」都是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孩子发出的求助信号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560320"/>
            <a:ext cx="2560320" cy="21031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560320"/>
            <a:ext cx="2560320" cy="54864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教育学视角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身教大于言传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孩子不是听你说什么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而是看你做什么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2560320" cy="21031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560320"/>
            <a:ext cx="2560320" cy="54864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哲学视角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关系优先于对错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赢了道理，输了关系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是最不值得的交易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方法一：积极倾听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Listening — 关上嘴，打开耳朵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核心原则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放下手中的事，与孩子保持眼神接触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不打断、不评判、不建议——先听完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用「嗯」「我听到了」表示你在听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复述孩子的话：「你是说……对吗？」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案例示范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孩子：「我不想去上学了。」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「不行！你必须去！」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「你不想去上学了？发生什么了？跟妈妈说说。」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方法二：共情回应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Empathetic Response — 先接住情绪，再处理问题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核心原则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说出孩子的感受：「你看起来很生气/难过」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确认情绪的合理性：「换做是我也会这样」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情绪没有对错，行为才有边界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先让情绪降温，再讨论解决方案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案例示范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孩子积木倒了大哭。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「这有什么好哭的，再搭一个就行了！」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「你好不容易搭的倒了，一定很失望吧。来，妈妈抱抱。」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方法三：我信息表达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"I-Message" — 不说「你错了」，说「我感受」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核心原则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描述行为（而非评价人格）：不说「你总是…」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表达感受：「我感到担心/失望/难过…」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说明影响：「因为…」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提出期待：「我希望…」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案例示范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孩子迟迟不写作业。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「你怎么这么懒！」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「我看到作业还没开始写，我有点担心。因为太晚睡会影响明天上课。我们一起来看一下怎么安排时间好吗？」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方法四：有限选择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Choices — 给孩子掌控感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核心原则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提供2-3个你都能接受的选择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不是「你想做什么」，而是「A还是B」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让孩子感觉是自己做的决定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避免开放式问题导致冲突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案例示范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孩子不肯洗澡。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「马上去洗澡！」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「你是想现在洗澡，还是看完这集动画再去？你来选。」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方法五：自然后果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Consequences — 让生活教会孩子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核心原则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不惩罚、不说教、不拯救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让孩子体验自己行为的自然结果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前提：后果是安全的、可承受的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事后讨论：「你从中学到了什么？」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案例示范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孩子忘带作业去学校。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你马上送去学校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让他面对老师的询问。回来后问：「今天怎么样？明天怎么才能不忘记？」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方法六：家庭会议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Meeting — 建立家庭沟通机制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核心原则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每周固定时间，30分钟，全家参与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轮流主持和记录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先分享开心的事，再讨论问题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一起制定规则和解决方案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以有趣的亲子活动结束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案例示范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讨论屏幕时间问题。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大家一起制定「家庭屏幕使用公约」，包括家长自己也要遵守的规则。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六大方法速览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28016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积极倾听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关上嘴，打开耳朵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28016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共情回应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先接住情绪，再处理问题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0" y="128016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我信息表达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说感受，不说你错了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560320" cy="16459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63040" y="32004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有限选择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给孩子掌控感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017520"/>
            <a:ext cx="2560320" cy="16459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32004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832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自然后果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832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让生活教会孩子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2560320" cy="16459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32004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21792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家庭会议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建立沟通机制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实操练习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从现在开始，我们不只是「知道」，我们要「做到」。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498080" cy="640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第一步：两人一组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一人扮演家长，一人扮演孩子。老师给出情境。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7498080" cy="640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第二步：实战演练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用刚才学到的方法，真实地对话。注意你的语气、表情、肢体语言。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7498080" cy="640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47472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第三步：互换角色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换过来再练一次。体会站在对方角度的感受。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7498080" cy="6400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25196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第四步：老师点评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5720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老师现场指导：哪里做得好，哪里可以调整，怎么说得更有力量。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练习一：积极倾听 + 共情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孩子放学回家，把书包一扔，说：「我恨死数学老师了！我再也不去上学了！」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046720" cy="1188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任务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请用「积极倾听」和「共情回应」的方法，跟孩子对话。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注意：先不解决问题，先接住情绪。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重点观察：你是在听，还是在等他说完你好开口？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练习时间：8分钟（4分钟/角色）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练习二：我信息表达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你下班回家累得不行，看到客厅满地玩具、孩子在看电视、作业没写。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046720" cy="1188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任务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请用「我信息」表达你的感受和期望。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注意：不说「你…」，说「我…」。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重点观察：你的语气是指责还是表达？你的表情是愤怒还是关心？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练习时间：8分钟（4分钟/角色）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练习三：有限选择 + 自然后果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孩子不肯收拾玩具。你说了几次都没用。按照往常，你会开始吼。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046720" cy="1188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任务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请用「有限选择」和「自然后果」来处理。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注意：给出的选择必须是你能接受的。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重点观察：你是不是真的给了选择，还是换了个方式命令？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练习时间：8分钟（4分钟/角色）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练习四：综合运用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孩子因为你不让玩手机，躺在地上大哭大闹，周围亲戚都在看。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046720" cy="1188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任务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综合运用你学到的方法来处理这个场景。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注意：先管理自己的情绪，再管理孩子的情绪。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重点观察：你是在意孩子还是在意面子？你的身体语言在说什么？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练习时间：8分钟（4分钟/角色）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语气与表情的力量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同样的话，不同的语气和表情，效果完全不同。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「你怎么又这样？」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皱眉 + 提高音量 + 手指指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平静 + 蹲下来 + 看着眼睛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「我知道了。」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看手机 + 敷衍语气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放下手机 + 点头 + 眼神接触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「你做得很好。」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头也不抬 + 随口一说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4389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微笑 + 拍拍肩膀 + 具体说出哪里好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带回家的工具箱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920240" cy="27432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一句话原则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每次想发火前，先问自己：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「我接下来说的话，会让我们的关系更近还是更远？」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27432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28016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每天8分钟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每天至少8分钟，放下手机，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只跟孩子聊天。不教育、不批评、纯聊天。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27432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家庭会议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每周一次30分钟家庭会议。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分享开心的事，一起解决问题。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1920240" cy="27432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28016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情绪日记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记录自己的情绪触发点。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什么情况下你最容易被点燃？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找到模式，才能打破模式。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教育是一棵树摇动另一棵树，</a:t>
            </a:r>
            <a:endParaRPr lang="en-US" sz="2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一朵云推动另一朵云，</a:t>
            </a:r>
            <a:endParaRPr lang="en-US" sz="2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一个灵魂唤醒另一个灵魂。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雅斯贝尔斯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F3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从今天开始，做一个不一样的家长。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TQUK 家长教练 · 3天2夜课程 · 感谢你的参与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TQUK 家长教练 · PPT3 应对方法与实操练习</dc:title>
  <dc:subject>PptxGenJS Presentation</dc:subject>
  <dc:creator>TQUK · boyboy管家</dc:creator>
  <cp:lastModifiedBy>TQUK · boyboy管家</cp:lastModifiedBy>
  <cp:revision>1</cp:revision>
  <dcterms:created xsi:type="dcterms:W3CDTF">2026-07-21T08:51:46Z</dcterms:created>
  <dcterms:modified xsi:type="dcterms:W3CDTF">2026-07-21T08:51:46Z</dcterms:modified>
</cp:coreProperties>
</file>