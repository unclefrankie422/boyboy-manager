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926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新员工销售转岗培训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3个月成长计划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FAE5"/>
                </a:solidFill>
              </a:defRPr>
            </a:pPr>
            <a:r>
              <a:t>从内部转岗到独立销售 · 一步一步踏上新征程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🎯 培训对象：内部转岗女同事（熟悉产品与流程，需补销售能力）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👥 培训支持：我协助总经理执行 + 华东同事定期协助 + 华南同事日常协助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📅 培训周期：12周，分3个阶段，每月一次考核检验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boyboy管家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培训概览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51760" cy="3840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46304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培训目标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3个月后独立管理C档客户</a:t>
            </a:r>
            <a:br/>
            <a:r>
              <a:t>配合B档拜访，独立制定计划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651760" cy="3840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69080" y="1463040"/>
            <a:ext cx="1188720" cy="11887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培训对象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291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内部转岗女同事</a:t>
            </a:r>
            <a:br/>
            <a:r>
              <a:t>熟悉产品、流程，需补销售能力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651760" cy="3840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1463040"/>
            <a:ext cx="1188720" cy="1188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培训支持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我协助总经理执行培训</a:t>
            </a:r>
            <a:br/>
            <a:r>
              <a:t>华东同事定期过来协助</a:t>
            </a:r>
            <a:br/>
            <a:r>
              <a:t>华南同事日常陪伴协助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188720"/>
            <a:ext cx="2651760" cy="3840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9800" y="146304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培训周期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2918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12周，分3个阶段</a:t>
            </a:r>
            <a:br/>
            <a:r>
              <a:t>每月一次考核检验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你的起点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114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</a:defRPr>
            </a:pPr>
            <a:r>
              <a:t>✅ 你的优势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熟悉公司产品线和技术参数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了解内部流程（下单→出货→收款）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对公司有归属感，稳定性高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比外面招来的人起点更高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114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📚 需要补足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销售经验：如何开口、如何引导需求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市场认知：客户在哪、竞争对手是谁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自信心：从内勤到外勤的心理转变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• 客户关系：建立信任和维护关系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577840"/>
            <a:ext cx="91440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6692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产品关和流程关你已经过了。集中精力过销售关、市场关和心理关。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谁帮你？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4754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我（顾问）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协助总经理执行培训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协助总经理规划和落地整个培训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每周一次一对一谈话和案例讨论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教你销售心理学、沟通技巧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帮你建立自信和销售思维框架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统筹整体培训节奏，确保按计划推进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4754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56616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华东同事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定期过来协助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定期过来带你跑客户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让你看到真实销售是什么样子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跑完之后复盘，分享经验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不需要常驻，定期过来带跑几天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3566160" cy="4754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356616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华南同事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日常陪伴协助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每天在身边，随时可以请教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546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技术问题他帮你应对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490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陪你跑C档客户，慢慢放手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• 帮你熟悉华南客户和市场环境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三个月路线图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第1个月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打基础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FAE5"/>
                </a:solidFill>
              </a:defRPr>
            </a:pPr>
            <a:r>
              <a:t>观察与模仿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跟着看，跟着学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不独立面对客户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华东定期过来带跑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第2个月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跟实战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FAE5"/>
                </a:solidFill>
              </a:defRPr>
            </a:pPr>
            <a:r>
              <a:t>参与与尝试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08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半接手客户拜访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独立跑C档客户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89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每周案例讨论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35661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56616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第3个月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独立跑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FAE5"/>
                </a:solidFill>
              </a:defRPr>
            </a:pPr>
            <a:r>
              <a:t>独立与成果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108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C档全权负责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B档主导沟通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89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• 建立销售风格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第1个月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打基础：从"知道"到"会做"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55448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华东同事带跑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定期过来带你跑客户</a:t>
            </a:r>
            <a:br/>
            <a:r>
              <a:t>密集观察成熟销售的完整流程</a:t>
            </a:r>
            <a:br/>
            <a:r>
              <a:t>跑完复盘，分享经验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69080" y="1554480"/>
            <a:ext cx="1188720" cy="11887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华南同事陪伴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每天整理客户资料</a:t>
            </a:r>
            <a:br/>
            <a:r>
              <a:t>看C档客户拜访</a:t>
            </a:r>
            <a:br/>
            <a:r>
              <a:t>尝试做自我介绍和产品介绍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0" y="1554480"/>
            <a:ext cx="1188720" cy="1188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每周培训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销售思维框架</a:t>
            </a:r>
            <a:br/>
            <a:r>
              <a:t>怎么提问、怎么建立自信</a:t>
            </a:r>
            <a:br/>
            <a:r>
              <a:t>认清优势，正视不足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9800" y="155448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月末检验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能完整复述拜访流程</a:t>
            </a:r>
            <a:br/>
            <a:r>
              <a:t>能独立做产品介绍</a:t>
            </a:r>
            <a:br/>
            <a:r>
              <a:t>能说出客户需求点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760720"/>
            <a:ext cx="9144000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806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关键词：观察 · 模仿 · 不要急着独立面对客户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第2个月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跟实战：从"会看"到"能说"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554480"/>
            <a:ext cx="1188720" cy="11887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半接手模式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华东同事开场</a:t>
            </a:r>
            <a:br/>
            <a:r>
              <a:t>你接棒做产品介绍和报价</a:t>
            </a:r>
            <a:br/>
            <a:r>
              <a:t>有老同事兜底不出大问题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69080" y="155448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独立跑C档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你来主导沟通</a:t>
            </a:r>
            <a:br/>
            <a:r>
              <a:t>华南同事在旁边兜底</a:t>
            </a:r>
            <a:br/>
            <a:r>
              <a:t>做完之后一起复盘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0" y="1554480"/>
            <a:ext cx="1188720" cy="1188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案例讨论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每周带一个真实案例</a:t>
            </a:r>
            <a:br/>
            <a:r>
              <a:t>一起拆解：为什么这样说</a:t>
            </a:r>
            <a:br/>
            <a:r>
              <a:t>换一种方式会怎样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9800" y="155448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月末检验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C档独立拜访和跟进</a:t>
            </a:r>
            <a:br/>
            <a:r>
              <a:t>B档承担一半沟通</a:t>
            </a:r>
            <a:br/>
            <a:r>
              <a:t>客户反馈正面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760720"/>
            <a:ext cx="914400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806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关键词：参与 · 尝试 · 做完之后一定要复盘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第3个月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独立跑：从"能说"到"能成交"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55448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C档全权负责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拜访→报价→跟进→成交</a:t>
            </a:r>
            <a:br/>
            <a:r>
              <a:t>整个流程自己走完</a:t>
            </a:r>
            <a:br/>
            <a:r>
              <a:t>每天复盘当天情况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69080" y="1554480"/>
            <a:ext cx="1188720" cy="11887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B档主导沟通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你来主导</a:t>
            </a:r>
            <a:br/>
            <a:r>
              <a:t>华南同事补充和兜底</a:t>
            </a:r>
            <a:br/>
            <a:r>
              <a:t>让客户认可你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0" y="1554480"/>
            <a:ext cx="1188720" cy="1188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建立销售风格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不是照搬别人的方法</a:t>
            </a:r>
            <a:br/>
            <a:r>
              <a:t>结合自己的性格和优势</a:t>
            </a:r>
            <a:br/>
            <a:r>
              <a:t>形成你的销售风格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51760" cy="41148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9800" y="155448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月末检验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C档零投诉独立管理</a:t>
            </a:r>
            <a:br/>
            <a:r>
              <a:t>B档主导沟通获认可</a:t>
            </a:r>
            <a:br/>
            <a:r>
              <a:t>独立制定周计划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760720"/>
            <a:ext cx="9144000" cy="6400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806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关键词：独立 · 成交 · 建立属于你的销售方法论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培训节奏总览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每两周一个节奏 · 三方协同推进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28016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时间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280160"/>
            <a:ext cx="192024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华东同事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280160"/>
            <a:ext cx="201168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华南同事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280160"/>
            <a:ext cx="219456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我（协助总经理）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80160"/>
            <a:ext cx="201168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新同事目标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28016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第1-2周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828800"/>
            <a:ext cx="192024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定期过来，带跑客户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828800"/>
            <a:ext cx="201168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87451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日常陪伴，带看C档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828800"/>
            <a:ext cx="219456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销售思维框架+提问技巧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201168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7451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能复述拜访流程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87168"/>
            <a:ext cx="1280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32887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第3-4周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2487168"/>
            <a:ext cx="1920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253288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定期过来，带跑+复盘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2487168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253288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日常陪伴，技术培训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487168"/>
            <a:ext cx="21945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53288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沟通技巧+自信心建设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487168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53288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能独立做产品介绍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45536"/>
            <a:ext cx="128016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191256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第5-6周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145536"/>
            <a:ext cx="192024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31912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定期过来，半接手模式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3145536"/>
            <a:ext cx="201168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1912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半放手，她主导C档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145536"/>
            <a:ext cx="219456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1912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案例拆解+异议处理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145536"/>
            <a:ext cx="201168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1912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C档独立，参与B档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03904"/>
            <a:ext cx="1280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849624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第7-8周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0" y="3803904"/>
            <a:ext cx="1920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74519" y="38496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定期过来，协助复盘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3803904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384962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放手C档，陪同B档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3803904"/>
            <a:ext cx="21945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38496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客户管理+报价技巧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3803904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384962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B档承担一半沟通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462272"/>
            <a:ext cx="128016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507992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第9-10周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28800" y="4462272"/>
            <a:ext cx="192024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74519" y="45079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定期过来，观察+建议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0480" y="4462272"/>
            <a:ext cx="201168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86200" y="45079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她主导B档，华南配合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0" y="4462272"/>
            <a:ext cx="219456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5079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谈判技巧+成交促成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4462272"/>
            <a:ext cx="2011680" cy="594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45079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C档成交，B档主导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120640"/>
            <a:ext cx="1280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166359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第11-12周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5120640"/>
            <a:ext cx="1920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74519" y="516635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定期过来，带看A档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40480" y="5120640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51663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日常支持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0" y="5120640"/>
            <a:ext cx="21945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9320" y="51663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三个月总结+未来规划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0" y="5120640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5320" y="51663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完整独立销售能力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127248"/>
            <a:ext cx="11247120" cy="4572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31455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✅ 第1个月检验：能独立做产品介绍和C档拜访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4443984"/>
            <a:ext cx="11247120" cy="4572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4622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✅ 第2个月检验：C档独立管理，B档配合拜访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760720"/>
            <a:ext cx="11247120" cy="4572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779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✅ 第3个月检验：C档独立，B档主导，独立制定计划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考核标准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20040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考核项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188720"/>
            <a:ext cx="594360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合格标准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1188720"/>
            <a:ext cx="173736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考核方式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20040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产品知识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737360"/>
            <a:ext cx="594360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7830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能独立做完整产品介绍，回答客户常见技术问题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737360"/>
            <a:ext cx="173736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1783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现场评估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C档客户管理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331720"/>
            <a:ext cx="5943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377439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独立负责至少10家C档客户，零投诉，每月完成拜访计划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331720"/>
            <a:ext cx="1737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3774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客户反馈+拜访记录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20040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B档客户配合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2926080"/>
            <a:ext cx="594360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9718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能在老同事陪同下主导沟通，客户正面反馈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2926080"/>
            <a:ext cx="173736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971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同事反馈+客户反馈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2044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客户管理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520440"/>
            <a:ext cx="5943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35661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能独立完成客户档案记录、制定周拜访计划、做好跟进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3520440"/>
            <a:ext cx="1737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566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记录检查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14800"/>
            <a:ext cx="320040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60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沟通能力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4114800"/>
            <a:ext cx="594360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41605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能独立完成客户拜访，从开场到收尾流程完整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4114800"/>
            <a:ext cx="1737360" cy="5029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陪同观察+复盘评估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0916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职业素养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0" y="4709160"/>
            <a:ext cx="5943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47548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时间观念强、主动汇报、遇到问题不逃避、能寻求帮助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4709160"/>
            <a:ext cx="1737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4754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三方综合评估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669280"/>
            <a:ext cx="9144000" cy="7315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57150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考核不是为了卡人，是为了帮你看清成长和不足。不达标不淘汰，针对性加强培训。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给你的话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058400" cy="6400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25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✅  你比外面招来的人起点更高——产品关和流程关你已经过了。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10058400" cy="6400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✅  销售不是天赋，是可以学会的技能。三个月，一步一步来。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39"/>
            <a:ext cx="10058400" cy="6400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✅  被拒绝是正常的，每个销售都被拒绝过。重要的是被拒绝之后怎么办。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11879"/>
            <a:ext cx="10058400" cy="6400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✅  遇到问题不要一个人扛，华东同事、华南同事、我，我们都在。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058400" cy="6400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✅  三个月后，不是看你能做多少业绩，而是看你能不能独立面对客户。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66360"/>
            <a:ext cx="10058400" cy="6400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21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✅  业绩是水到渠成的事，能力才是培训的目标。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准备好了吗？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从今天开始，踏上你的销售新征程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FAE5"/>
                </a:solidFill>
              </a:defRPr>
            </a:pPr>
            <a:r>
              <a:t>boyboy管家 · 3个月销售转岗培训 · 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