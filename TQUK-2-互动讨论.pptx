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家长教练培训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如果是你，你会怎么做？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1-2 · 互动讨论与经验分享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3天2夜家长教练课程 · 第二部分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本节目标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回顾自己平时处理亲子问题的方式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91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听听其他家长的做法——借鉴与启发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发现自己的盲点和可以改进的地方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107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在安全的环境中坦诚交流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为学习新方法做好心理准备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互动规则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保密原则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这里说的一切留在这里。不评判、不外传、不标签化。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倾听优先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别人说话时，不打断、不建议、不比较。先听完，再回应。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分享自愿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没有人必须发言。准备好了再说，没准备好就听。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尊重差异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每个家庭不同，每个孩子不同。没有唯一正确的答案。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场景一：孩子沉迷手机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你15岁的孩子放学回家就抱着手机，吃饭看、上厕所看、睡觉前看。你说「别看了」，他说「知道了」然后继续看。你一把夺过手机，他摔门进房间。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你平时遇到这种情况怎么做？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你的做法效果如何？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有没有试过不同的方法？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场景二：孩子不愿沟通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你问孩子「今天学校怎么样？」，他回答「还行」。你再问「学了什么？」，他说「没什么」。你继续追问，他说「你好烦啊」然后戴上耳机。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你怎么打开话题？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你有没有被拒绝后就不问了？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你觉得孩子为什么不愿意说？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场景三：孩子情绪崩溃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孩子因为一件小事（比如积木倒了、作业写错了）突然大哭大闹，摔东西。你说「这有什么好哭的」，他哭得更厉害。你开始发火……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你的第一反应通常是什么？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你觉得自己处理得怎么样？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孩子需要的是解决方案还是情绪理解？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场景四：兄弟姐妹冲突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两个孩子在客厅里因为抢遥控器吵起来了，互相推搡，小的哭，大的吼。你冲进去……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你是裁判还是调解员？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你通常怎么分配对错？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有没有让他们自己解决过？结果如何？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场景五：学业压力与期望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孩子期中考试数学不及格。你很失望，说「我花那么多钱给你补习，你就考这样？」孩子低着头不说话，晚饭也没吃。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你的第一句话会是什么？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孩子最需要听到的是什么？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成绩和关系，哪个更重要？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场景六：公开场合的尴尬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情境描述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在超市里，孩子因为你不给买玩具，躺在地上大哭大闹。周围人都在看。你脸红、尴尬、生气……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小组讨论（10分钟）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你当时怎么做的？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后来回想，你觉得有更好的方式吗？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你在意的是孩子的问题还是别人的眼光？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小组分享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每组选一位代表，分享你们的讨论精华（3分钟/组）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320040" cy="32004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933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2024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你们讨论了哪个场景？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320040" cy="32004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791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组里有哪些不同的处理方式？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320040" cy="32004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649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哪个做法让你们觉得「这个好」？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4069080"/>
            <a:ext cx="320040" cy="320040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507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有没有什么做法让你们觉得「这个我需要改」？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你从讨论中学到了什么？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请拿出一张纸，写下三句话：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498080" cy="8229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933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我意识到……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591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（你发现了自己以前没注意到的问题或模式）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7498080" cy="8229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9992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我学到了……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（从其他家长的分享中，你获得了什么启发）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7498080" cy="8229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0050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我想改变……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3708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（你希望从今天开始尝试改变的一件事）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倾听彼此，照见自己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 · 第二部分结束 · 接下来：方法与练习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TQUK 家长教练 · PPT2 互动讨论</dc:title>
  <dc:subject>PptxGenJS Presentation</dc:subject>
  <dc:creator>TQUK · boyboy管家</dc:creator>
  <cp:lastModifiedBy>TQUK · boyboy管家</cp:lastModifiedBy>
  <cp:revision>1</cp:revision>
  <dcterms:created xsi:type="dcterms:W3CDTF">2026-07-21T08:51:46Z</dcterms:created>
  <dcterms:modified xsi:type="dcterms:W3CDTF">2026-07-21T08:51:46Z</dcterms:modified>
</cp:coreProperties>
</file>