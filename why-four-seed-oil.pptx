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0E5E4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914400"/>
            <a:ext cx="3657600" cy="3657600"/>
          </a:xfrm>
          <a:prstGeom prst="ellipse">
            <a:avLst/>
          </a:prstGeom>
          <a:solidFill>
            <a:srgbClr val="0E7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3200400" cy="3200400"/>
          </a:xfrm>
          <a:prstGeom prst="ellipse">
            <a:avLst/>
          </a:prstGeom>
          <a:solidFill>
            <a:srgbClr val="156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0" y="5029200"/>
            <a:ext cx="2286000" cy="2286000"/>
          </a:xfrm>
          <a:prstGeom prst="ellipse">
            <a:avLst/>
          </a:prstGeom>
          <a:solidFill>
            <a:srgbClr val="19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为什么要服用四籽油丸？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59E0B"/>
                </a:solidFill>
                <a:latin typeface="Microsoft YaHei"/>
              </a:defRPr>
            </a:pPr>
            <a:r>
              <a:t>—— 君臣佐使 · 四种天然籽油的配伍智慧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DF4"/>
                </a:solidFill>
                <a:latin typeface="Microsoft YaHei"/>
              </a:defRPr>
            </a:pPr>
            <a:r>
              <a:t>👑 紫苏籽油（君）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DF4"/>
                </a:solidFill>
                <a:latin typeface="Microsoft YaHei"/>
              </a:defRPr>
            </a:pPr>
            <a:r>
              <a:t>🔷 亚麻籽油（臣）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DF4"/>
                </a:solidFill>
                <a:latin typeface="Microsoft YaHei"/>
              </a:defRPr>
            </a:pPr>
            <a:r>
              <a:t>🌿 山茶籽油（佐）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59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DF4"/>
                </a:solidFill>
                <a:latin typeface="Microsoft YaHei"/>
              </a:defRPr>
            </a:pPr>
            <a:r>
              <a:t>🍇 葡萄籽油（使）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Frankie Tsang · 健康培训课程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1/19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📋 课程大纲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本次培训将涵盖以下内容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69164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6916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认识四籽油丸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916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什么是四籽油丸？产品简介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93976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13969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13969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君臣佐使 · 配伍理论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1396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四种籽油的角色与分工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542032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58775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58775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君 · 紫苏籽油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5877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药食同源 · 核心主力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90088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03580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03580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臣 · 亚麻籽油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0358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Omega-3之王 · 强力辅佐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438144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3483863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483863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佐 · 山茶籽油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83863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东方橄榄油 · 平衡调和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886200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393192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39319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使 · 葡萄籽油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9319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抗氧化守护 · 引药归经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334256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437997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437997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四油合一的协同效应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799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1+1+1+1 &gt; 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782312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20" y="4828031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4828031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"以油去油"的原理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82803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好油如何帮助身体排出坏油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" y="5230368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527608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527608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谁最需要四籽油丸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2760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适用人群分析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678424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8720" y="5724144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57241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科学依据与数据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7241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研究与临床支持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6126480"/>
            <a:ext cx="10058400" cy="39319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8720" y="617220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617220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服用方法与注意事项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6172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icrosoft YaHei"/>
              </a:defRPr>
            </a:pPr>
            <a:r>
              <a:t>正确使用指南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🌱 什么是四籽油丸？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认识这款四种天然籽油复合产品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4389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defRPr sz="1700" b="1">
                <a:solidFill>
                  <a:srgbClr val="F0FDF4"/>
                </a:solidFill>
                <a:latin typeface="Microsoft YaHei"/>
              </a:defRPr>
            </a:pPr>
            <a:r>
              <a:t>四籽油丸是什么？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四籽油丸是由四种天然植物籽油——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👑 紫苏籽油（君）  🔷 亚麻籽油（臣）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🌿 山茶籽油（佐）  🍇 葡萄籽油（使）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按照中医「君臣佐使」配伍理论，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科学配比、低温萃取制成的膳食补充剂。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它属于"药食同源"理念下的健康食品，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采用小分子纳米工艺锁留营养成分，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帮助身体以"好油"替换"坏油"。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20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🌿  天然植物萃取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5420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🔬  君臣佐使配比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16382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❄️  低温冷榨工艺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78561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💊  小分子易吸收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4074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🚫  无糖配方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5029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✅  药食同源理念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3/19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🏛️ 君臣佐使 · 四籽配伍理论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源自《黄帝内经》的配伍智慧，四种籽油各司其职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4864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63440" y="1828800"/>
            <a:ext cx="1097280" cy="3200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核心主力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👑 君 · 紫苏籽油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针对主要问题（高血脂/高血压）</a:t>
            </a:r>
            <a:br/>
            <a:r>
              <a:t>α-亚麻酸含量最高 54%-67%</a:t>
            </a:r>
            <a:br/>
            <a:r>
              <a:t>唯一入选国家药食同源目录</a:t>
            </a:r>
            <a:br/>
            <a:r>
              <a:t>统领全局，直击病所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486400" cy="73152"/>
          </a:xfrm>
          <a:prstGeom prst="rect">
            <a:avLst/>
          </a:prstGeom>
          <a:solidFill>
            <a:srgbClr val="25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24159" y="1828800"/>
            <a:ext cx="1097280" cy="320040"/>
          </a:xfrm>
          <a:prstGeom prst="roundRect">
            <a:avLst/>
          </a:prstGeom>
          <a:solidFill>
            <a:srgbClr val="25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强力辅佐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🔷 臣 · 亚麻籽油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辅助君药增强功效</a:t>
            </a:r>
            <a:br/>
            <a:r>
              <a:t>α-亚麻酸含量约 55%</a:t>
            </a:r>
            <a:br/>
            <a:r>
              <a:t>双倍补充 Omega-3</a:t>
            </a:r>
            <a:br/>
            <a:r>
              <a:t>协同调节血脂血压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3440" y="4206240"/>
            <a:ext cx="109728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平衡调和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🌿 佐 · 山茶籽油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制衡药性、兼顾次要问题</a:t>
            </a:r>
            <a:br/>
            <a:r>
              <a:t>单不饱和脂肪酸 80%+</a:t>
            </a:r>
            <a:br/>
            <a:r>
              <a:t>温和滋养、不增加负担</a:t>
            </a:r>
            <a:br/>
            <a:r>
              <a:t>降血糖、抗氧化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02336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24159" y="4206240"/>
            <a:ext cx="109728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引药归经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🍇 使 · 葡萄籽油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6634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引导诸药到达作用部位</a:t>
            </a:r>
            <a:br/>
            <a:r>
              <a:t>原花青素清除自由基</a:t>
            </a:r>
            <a:br/>
            <a:r>
              <a:t>保护血管弹性</a:t>
            </a:r>
            <a:br/>
            <a:r>
              <a:t>促进吸收、调和诸油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4/19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👑 君 · 紫苏籽油 —— 核心主力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统领全局，直击病所，针对主要问题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👑 君药地位：核心主力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α-亚麻酸含量高达 54%-67%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所有植物油中含量最高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国际医学界公认的天然保健品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唯一入选国家药食同源目录的油用种子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国家卫健委106种药食同源物质之一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中医传统认知：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"解表散寒，行气和胃"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降气消痰，平喘润肠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现代研究证实：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调节血脂 —— 甘油三酯下降约 8%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预防心血管疾病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抗炎抗氧化 · 健脑益智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3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君药关键数字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α-亚麻酸含量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54%-67%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所有植物油中最高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临床数据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每日 10g 可使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甘油三酯下降约 8%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🏛️ 国家认证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106种药食同源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唯一油用种子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5/19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🔷 臣 · 亚麻籽油 —— 强力辅佐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辅助君药增强功效，双倍补充 Omega-3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🔷 臣药地位：辅助君药，增强功效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α-亚麻酸（ALA）含量高达 55%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陆地植物中 Omega-3 含量最高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人体必需脂肪酸，无法自行合成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与君药（紫苏籽油）协同：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双倍补充 α-亚麻酸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协同调节血脂、呵护心血管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木酚素：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含量是其他植物油的 75-800 倍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与 Omega-3 协同，提升内皮细胞活性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📊 2025 专家共识：降炎症 · 改善血压 · 提升胰岛素敏感度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臣药关键数字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α-亚麻酸含量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≈ 55%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陆地最高 Omega-3 来源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木酚素含量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是其他植物油的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75-800 倍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三大功效（共识）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降低炎症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改善血压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提升胰岛素敏感度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6/19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🌿 佐 · 山茶籽油 —— 平衡调和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制衡药性，兼顾次要问题，温和滋养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🌿 佐药地位：制衡药性、兼顾次要问题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单不饱和脂肪酸含量高达 80%-83%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与特级初榨橄榄油相当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被誉为"东方橄榄油"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佐药的三大作用：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制衡 —— 平衡 Omega-3/6/9 比例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兼顾 —— 辅助降血糖、抗氧化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调和 —— 温和滋养、不增加身体负担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中国农大专家指出：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降血压 · 降血脂 · 控血糖 · 抑制动脉硬化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1A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佐药关键数字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单不饱和脂肪酸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80%-83%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与特级初榨橄榄油相当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发烟点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高达 252°C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远高于橄榄油 (190°C)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三大佐助功效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平衡脂肪酸比例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辅助降血糖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温和抗氧化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7/19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🍇 使 · 葡萄籽油 —— 引药归经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引导诸药到达作用部位，调和诸油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40080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🍇 使药地位：引药归经、调和诸药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原花青素（OPC）：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自然界最强抗氧化剂之一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抗氧化力 = 维生素C × 20、维生素E × 50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清除自由基，保护血管弹性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使药的两大作用：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引药归经 —— 引导诸油成分到达血管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✓ 调和诸油 —— 促进吸收、增强整体效果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🔸 亚油酸 + 维生素E：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降低血清胆固醇和甘油三酯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增强免疫力，保护细胞膜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45920"/>
            <a:ext cx="3931920" cy="4572000"/>
          </a:xfrm>
          <a:prstGeom prst="roundRect">
            <a:avLst>
              <a:gd name="adj" fmla="val 5000"/>
            </a:avLst>
          </a:prstGeom>
          <a:solidFill>
            <a:srgbClr val="2D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💡 使药关键数字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抗氧化能力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维生素C × 20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维生素E × 50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发烟点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216°C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适合日常烹饪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使药两大使命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引药归经</a:t>
            </a:r>
          </a:p>
          <a:p>
            <a:pPr algn="l">
              <a:spcAft>
                <a:spcPts val="42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✓ 调和诸油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8/19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⚡ 四油合一：君臣佐使的协同效应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君+臣+佐+使 = 完整的配伍体系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515600" cy="146304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💡 核心原理：四籽油丸按照中医「君臣佐使」理论配伍，四种油各有角色、各司其职、互相配合。</a:t>
            </a:r>
          </a:p>
          <a:p>
            <a:pPr algn="l">
              <a:spcAft>
                <a:spcPts val="60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👑 君（紫苏籽油）→ 核心降脂主力  |  🔷 臣（亚麻籽油）→ 双倍增强 Omega-3</a:t>
            </a:r>
          </a:p>
          <a:p>
            <a:pPr algn="l">
              <a:spcAft>
                <a:spcPts val="60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🌿 佐（山茶籽油）→ 平衡调和、兼顾血糖  |  🍇 使（葡萄籽油）→ 引药归经、抗氧化保护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260604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🧹 清除坏油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君+臣：双倍 α-亚麻酸</a:t>
            </a:r>
            <a:br/>
            <a:r>
              <a:t>代谢体内饱和脂肪</a:t>
            </a:r>
            <a:br/>
            <a:r>
              <a:t>和反式脂肪等"坏油"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3383280"/>
            <a:ext cx="260604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🛡️ 保护血管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君+使：降脂 + 抗氧化</a:t>
            </a:r>
            <a:br/>
            <a:r>
              <a:t>原花青素清除自由基</a:t>
            </a:r>
            <a:br/>
            <a:r>
              <a:t>双重保护血管弹性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59" y="3383280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🔥 抗炎抗氧化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臣+佐+使：多成分协同</a:t>
            </a:r>
            <a:br/>
            <a:r>
              <a:t>木酚素+多酚+原花青素</a:t>
            </a:r>
            <a:br/>
            <a:r>
              <a:t>全方位抗炎抗氧化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3383280"/>
            <a:ext cx="2606040" cy="29260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3383280"/>
            <a:ext cx="2606040" cy="54864"/>
          </a:xfrm>
          <a:prstGeom prst="rect">
            <a:avLst/>
          </a:prstGeom>
          <a:solidFill>
            <a:srgbClr val="25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59" y="3566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⚖️ 调节代谢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59" y="41148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四油协同：Omega-3/6/9</a:t>
            </a:r>
            <a:br/>
            <a:r>
              <a:t>全谱覆盖脂肪酸需求</a:t>
            </a:r>
            <a:br/>
            <a:r>
              <a:t>综合改善代谢综合征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9/19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🔄 "以油去油"的科学原理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好油如何帮助身体排出坏油？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  <a:latin typeface="Microsoft YaHei"/>
              </a:defRPr>
            </a:pPr>
            <a: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摄入好油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四籽油丸富含</a:t>
            </a:r>
            <a:br/>
            <a:r>
              <a:t>不饱和脂肪酸</a:t>
            </a:r>
            <a:br/>
            <a:r>
              <a:t>（Omega-3/6/9）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828800"/>
            <a:ext cx="265176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9488"/>
                </a:solidFill>
                <a:latin typeface="Microsoft YaHei"/>
              </a:defRPr>
            </a:pPr>
            <a:r>
              <a:t>2️⃣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进入血液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小分子纳米工艺</a:t>
            </a:r>
            <a:br/>
            <a:r>
              <a:t>快速被肠道吸收</a:t>
            </a:r>
            <a:br/>
            <a:r>
              <a:t>进入血液循环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59" y="1828800"/>
            <a:ext cx="26517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3️⃣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替换坏油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不饱和脂肪酸</a:t>
            </a:r>
            <a:br/>
            <a:r>
              <a:t>竞争性替换</a:t>
            </a:r>
            <a:br/>
            <a:r>
              <a:t>饱和脂肪和反式脂肪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19" y="1828800"/>
            <a:ext cx="265176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  <a:latin typeface="Microsoft YaHei"/>
              </a:defRPr>
            </a:pPr>
            <a:r>
              <a:t>4️⃣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代谢排出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9260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DF4"/>
                </a:solidFill>
                <a:latin typeface="Microsoft YaHei"/>
              </a:defRPr>
            </a:pPr>
            <a:r>
              <a:t>被替换的坏油</a:t>
            </a:r>
            <a:br/>
            <a:r>
              <a:t>通过肝脏代谢</a:t>
            </a:r>
            <a:br/>
            <a:r>
              <a:t>随胆汁排出体外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029200"/>
            <a:ext cx="10515600" cy="109728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12064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📌 简单理解：体内的"坏油"（饱和脂肪、反式脂肪）会被"好油"（不饱和脂肪酸）逐步替换，</a:t>
            </a:r>
          </a:p>
          <a:p>
            <a:pPr algn="l">
              <a:spcAft>
                <a:spcPts val="450"/>
              </a:spcAft>
              <a:defRPr sz="1500">
                <a:solidFill>
                  <a:srgbClr val="F0FDF4"/>
                </a:solidFill>
                <a:latin typeface="Microsoft YaHei"/>
              </a:defRPr>
            </a:pPr>
            <a:r>
              <a:t>    然后通过肝脏代谢排出。君药主攻、臣药辅佐、佐药调和、使药引导——四油协同完成"以油去油"。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❓ 为什么需要"以油去油"？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现代人饮食中的油脂危机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59"/>
              </a:spcAft>
              <a:defRPr sz="1500" b="1">
                <a:solidFill>
                  <a:srgbClr val="F0FDF4"/>
                </a:solidFill>
                <a:latin typeface="Microsoft YaHei"/>
              </a:defRPr>
            </a:pPr>
            <a:r>
              <a:t>🚨 现代饮食中的"坏油"从哪来？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🔴 饱和脂肪过量：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红肉、肥肉、全脂奶制品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椰子油、棕榈油（加工食品）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🔴 反式脂肪：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油炸食品、烘焙糕点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人造黄油、起酥油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奶茶、速食、零食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🔴 Omega-6 过量：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大豆油、玉米油、葵花籽油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• 外卖、餐厅常用廉价油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⚠️ 国人 Omega-6:Omega-3 比例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  高达 20:1（理想为 4:1）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502920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59"/>
              </a:spcAft>
              <a:defRPr sz="1500" b="1">
                <a:solidFill>
                  <a:srgbClr val="F0FDF4"/>
                </a:solidFill>
                <a:latin typeface="Microsoft YaHei"/>
              </a:defRPr>
            </a:pPr>
            <a:r>
              <a:t>✅ 四籽油丸如何解决问题？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👑 君·紫苏籽油 → 核心降脂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最高 α-亚麻酸，直击高血脂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🔷 臣·亚麻籽油 → 双倍 Omega-3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协同降脂降压降炎症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🌿 佐·山茶籽油 → 平衡调和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兼顾降血糖、抗氧化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🍇 使·葡萄籽油 → 引药归经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原花青素清除自由基</a:t>
            </a:r>
          </a:p>
          <a:p>
            <a:pPr algn="l">
              <a:spcAft>
                <a:spcPts val="259"/>
              </a:spcAft>
              <a:defRPr sz="1300">
                <a:solidFill>
                  <a:srgbClr val="F0FDF4"/>
                </a:solidFill>
                <a:latin typeface="Microsoft YaHei"/>
              </a:defRPr>
            </a:pPr>
            <a:r>
              <a:t>  保护血管、促进吸收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👥 谁最需要四籽油丸？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这些人群特别适合服用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🫀 三高/四高人群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高血压、高血脂、高血糖、高尿酸患者</a:t>
            </a:r>
            <a:br/>
            <a:r>
              <a:t>需要辅助调理代谢指标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🍔 饮食不规律者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3774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经常吃外卖、油炸食品</a:t>
            </a:r>
            <a:br/>
            <a:r>
              <a:t>Omega-6摄入过多、Omega-3不足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4592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👴 中老年人群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23774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新陈代谢减缓</a:t>
            </a:r>
            <a:br/>
            <a:r>
              <a:t>心血管功能自然衰退</a:t>
            </a:r>
            <a:br/>
            <a:r>
              <a:t>需要额外营养支持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💼 高压工作者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长期熬夜、压力大</a:t>
            </a:r>
            <a:br/>
            <a:r>
              <a:t>慢性炎症水平偏高</a:t>
            </a:r>
            <a:br/>
            <a:r>
              <a:t>需要抗氧化保护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02336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🏃 关注健康人群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主动管理身体健康</a:t>
            </a:r>
            <a:br/>
            <a:r>
              <a:t>希望通过饮食调理</a:t>
            </a:r>
            <a:br/>
            <a:r>
              <a:t>预防慢性疾病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023360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👨‍👩‍👧 全家适用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从年轻人到老年人</a:t>
            </a:r>
            <a:br/>
            <a:r>
              <a:t>日常膳食营养的有益补充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📊 四籽油丸 vs 单一籽油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君臣佐使配伍 &gt; 单打独斗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515600" cy="54864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对比维度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单一籽油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91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四籽油丸（君臣佐使）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10515600" cy="43891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配伍理论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3225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32257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君臣佐使，四油各司其职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788920"/>
            <a:ext cx="10515600" cy="43891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254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Omega-3 来源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254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单一来源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2549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君+臣双来源（紫苏+亚麻）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91840"/>
            <a:ext cx="10515600" cy="43891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抗氧化成分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有限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32841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使药原花青素+佐药多酚+VE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794760"/>
            <a:ext cx="10515600" cy="43891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8313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脂肪酸谱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8313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不完整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383133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君/臣/佐/使全谱 Omega-3/6/9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297680"/>
            <a:ext cx="10515600" cy="43891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3425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协同效应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433425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33425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四油互补，1+1+1+1 &gt;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800600"/>
            <a:ext cx="10515600" cy="438912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8371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适用场景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371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单一功效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83717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综合调理四高，全面兼顾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303520"/>
            <a:ext cx="10515600" cy="438912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00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吸收效率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53400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常规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534009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使药引导 + 小分子纳米工艺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📚 科学依据与研究支持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🏛️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7190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国家药食同源目录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2996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紫苏籽（君药）被列入国家卫健委发布的106种药食同源物质名单，是唯一上榜的油用种子。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791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《亚麻籽油营养健康与消费专家共识》(2025)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900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明确指出亚麻籽油（臣药）在降低炎症、改善血压、提升胰岛素敏感度方面呈现积极作用。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393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中国农业大学食品学院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5020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专家研究指出：山茶油（佐药）有利于降血压、降血脂、控制血糖，具有抗氧化能力。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599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临床观察数据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91032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每日补充10g紫苏籽油（君药），可使血脂异常人群的甘油三酯下降约8%。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48640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778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5595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《黄帝内经》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7044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"主病之谓君，佐君之谓臣，应臣之谓使"——君臣佐使配伍理论的源头。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💊 服用方法与建议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45720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📋 建议服用方案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⏰ 服用时间：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随餐或餐后服用，利于吸收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建议早晚各一次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💊 建议用量：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按产品说明服用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一般每日 2-4 粒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💧 配合饮水：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温水送服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每日保持充足饮水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📅 服用周期：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建议连续服用3个月为一个周期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长期服用效果更佳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029200" cy="4572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0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⚠️ 注意事项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🔴 重要提示：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四籽油丸为膳食补充剂，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不能替代药物治疗！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❌ 不适用人群：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对任何成分过敏者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孕妇及哺乳期（遵医嘱）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⚠️ 正在服药者：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如正在服用降压药、降糖药、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  降脂药，请咨询医生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📌 存储方式：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阴凉干燥处保存</a:t>
            </a:r>
          </a:p>
          <a:p>
            <a:pPr algn="l">
              <a:spcAft>
                <a:spcPts val="350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  • 避免阳光直射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💬 用户体验分享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四籽油丸带来的改变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👨‍💼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张先生，52岁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企业高管，长期应酬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59E0B"/>
                </a:solidFill>
                <a:latin typeface="Microsoft YaHei"/>
              </a:defRPr>
            </a:pPr>
            <a: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"服用四籽油丸三个月后，体检报告的血脂指标明显改善，精神状态也比以前好了很多。"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4612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832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👩‍🍳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李阿姨，60岁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退休教师，三高多年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59E0B"/>
                </a:solidFill>
                <a:latin typeface="Microsoft YaHei"/>
              </a:defRPr>
            </a:pPr>
            <a:r>
              <a:t>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83279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"血压比以前稳定了，不用总往医院跑了。关键是纯天然的，吃着放心。"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4632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83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👩‍💻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937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王女士，38岁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  <a:latin typeface="Microsoft YaHei"/>
              </a:defRPr>
            </a:pPr>
            <a:r>
              <a:t>白领，长期外卖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59E0B"/>
                </a:solidFill>
                <a:latin typeface="Microsoft YaHei"/>
              </a:defRPr>
            </a:pPr>
            <a:r>
              <a:t>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834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DF4"/>
                </a:solidFill>
                <a:latin typeface="Microsoft YaHei"/>
              </a:defRPr>
            </a:pPr>
            <a:r>
              <a:t>"以前总感觉疲惫，脸色也不好。朋友推荐四籽油丸后，皮肤状态明显改善，精力也充沛了。"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❓ 常见问题 FAQ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四籽油丸是药吗？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不是。四籽油丸属于膳食补充剂/健康食品，不能替代药物治疗。已确诊疾病请遵医嘱。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877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君臣佐使是什么意思？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9864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源自《黄帝内经》的中医配伍理论。君（紫苏籽油）主攻、臣（亚麻籽油）辅佐、佐（山茶籽油）调和、使（葡萄籽油）引导，四油各司其职。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7472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478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需要吃多久才有效？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因人而异。一般建议连续服用3个月为一个周期，部分人1-2个月即可感受到变化。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3484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55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079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可以和其他药物一起吃吗？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188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建议与药物间隔1-2小时服用。如正在服用处方药，请先咨询医生。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9496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681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Q: 为什么选择四籽油丸而不是单一籽油？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77900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DF4"/>
                </a:solidFill>
                <a:latin typeface="Microsoft YaHei"/>
              </a:defRPr>
            </a:pPr>
            <a:r>
              <a:t>A: 单一籽油好比单打独斗，四籽油丸按君臣佐使配伍，功效更全面、吸收更均衡。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1B3A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👑 四籽油丸 · 君臣佐使配伍总览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Microsoft YaHei"/>
              </a:defRPr>
            </a:pPr>
            <a:r>
              <a:t>一图看懂四种籽油的角色与分工</a:t>
            </a:r>
          </a:p>
        </p:txBody>
      </p:sp>
      <p:sp>
        <p:nvSpPr>
          <p:cNvPr id="6" name="Oval 5"/>
          <p:cNvSpPr/>
          <p:nvPr/>
        </p:nvSpPr>
        <p:spPr>
          <a:xfrm>
            <a:off x="4572000" y="2743200"/>
            <a:ext cx="3017520" cy="301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四籽</a:t>
            </a:r>
            <a:br/>
            <a:r>
              <a:t>油丸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645920"/>
            <a:ext cx="2286000" cy="1371600"/>
          </a:xfrm>
          <a:prstGeom prst="roundRect">
            <a:avLst/>
          </a:prstGeom>
          <a:solidFill>
            <a:srgbClr val="224D38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</a:defRPr>
            </a:pPr>
            <a:r>
              <a:t>👑 君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紫苏籽油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t>核心降脂</a:t>
            </a:r>
            <a:br/>
            <a:r>
              <a:t>α-亚麻酸 67%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645920"/>
            <a:ext cx="2286000" cy="1371600"/>
          </a:xfrm>
          <a:prstGeom prst="roundRect">
            <a:avLst/>
          </a:prstGeom>
          <a:solidFill>
            <a:srgbClr val="224D38"/>
          </a:solidFill>
          <a:ln w="25400">
            <a:solidFill>
              <a:srgbClr val="256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9EB"/>
                </a:solidFill>
              </a:defRPr>
            </a:pPr>
            <a:r>
              <a:t>🔷 臣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亚麻籽油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t>双倍 Omega-3</a:t>
            </a:r>
            <a:br/>
            <a:r>
              <a:t>强力辅佐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572000"/>
            <a:ext cx="2286000" cy="1371600"/>
          </a:xfrm>
          <a:prstGeom prst="roundRect">
            <a:avLst/>
          </a:prstGeom>
          <a:solidFill>
            <a:srgbClr val="224D38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🌿 佐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山茶籽油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t>平衡调和</a:t>
            </a:r>
            <a:br/>
            <a:r>
              <a:t>兼顾血糖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572000"/>
            <a:ext cx="2286000" cy="1371600"/>
          </a:xfrm>
          <a:prstGeom prst="roundRect">
            <a:avLst/>
          </a:prstGeom>
          <a:solidFill>
            <a:srgbClr val="224D38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7C3AED"/>
                </a:solidFill>
              </a:defRPr>
            </a:pPr>
            <a:r>
              <a:t>🍇 使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葡萄籽油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t>引药归经</a:t>
            </a:r>
            <a:br/>
            <a:r>
              <a:t>抗氧化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2A"/>
              </a:gs>
              <a:gs pos="100000">
                <a:srgbClr val="0E5E4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371600"/>
            <a:ext cx="4572000" cy="4572000"/>
          </a:xfrm>
          <a:prstGeom prst="ellipse">
            <a:avLst/>
          </a:prstGeom>
          <a:solidFill>
            <a:srgbClr val="0E7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657600"/>
            <a:ext cx="3657600" cy="3657600"/>
          </a:xfrm>
          <a:prstGeom prst="ellipse">
            <a:avLst/>
          </a:prstGeom>
          <a:solidFill>
            <a:srgbClr val="156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四籽油丸 —— 君臣佐使 · 用天然的智慧守护健康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515600" cy="2743200"/>
          </a:xfrm>
          <a:prstGeom prst="roundRect">
            <a:avLst>
              <a:gd name="adj" fmla="val 5000"/>
            </a:avLst>
          </a:prstGeom>
          <a:solidFill>
            <a:srgbClr val="224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9875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9"/>
              </a:spcAft>
              <a:defRPr sz="1600" b="1">
                <a:solidFill>
                  <a:srgbClr val="F0FDF4"/>
                </a:solidFill>
                <a:latin typeface="Microsoft YaHei"/>
              </a:defRPr>
            </a:pPr>
            <a:r>
              <a:t>📌 核心要点回顾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👑 君 · 紫苏籽油 → 核心降脂主力，唯一药食同源油用种子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🔷 臣 · 亚麻籽油 → 双倍 Omega-3，强力辅佐降脂降压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🌿 佐 · 山茶籽油 → 东方橄榄油，平衡调和、兼顾血糖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🍇 使 · 葡萄籽油 → 原花青素抗氧化，引药归经、促进吸收</a:t>
            </a: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</a:p>
          <a:p>
            <a:pPr algn="l">
              <a:spcAft>
                <a:spcPts val="489"/>
              </a:spcAft>
              <a:defRPr sz="1400">
                <a:solidFill>
                  <a:srgbClr val="F0FDF4"/>
                </a:solidFill>
                <a:latin typeface="Microsoft YaHei"/>
              </a:defRPr>
            </a:pPr>
            <a:r>
              <a:t>✅ 四油按君臣佐使配伍 → 1+1+1+1 &gt; 4 → 全面调理四高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515600" cy="11887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834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🌟 从今天开始，用君臣佐使的配伍智慧为你的健康加分！</a:t>
            </a:r>
          </a:p>
          <a:p>
            <a:pPr algn="ctr">
              <a:spcAft>
                <a:spcPts val="540"/>
              </a:spcAft>
              <a:defRPr sz="1800">
                <a:solidFill>
                  <a:srgbClr val="FFFFFF"/>
                </a:solidFill>
                <a:latin typeface="Microsoft YaHei"/>
              </a:defRPr>
            </a:pPr>
            <a:r>
              <a:t>四籽油丸 —— 四种籽油，四种角色，一个完整的健康方案。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Frankie Tsang · 健康培训课程  |  感谢聆听 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Microsoft YaHei"/>
              </a:defRPr>
            </a:pPr>
            <a: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