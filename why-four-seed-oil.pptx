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0E5E4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914400"/>
            <a:ext cx="3657600" cy="3657600"/>
          </a:xfrm>
          <a:prstGeom prst="ellipse">
            <a:avLst/>
          </a:prstGeom>
          <a:solidFill>
            <a:srgbClr val="0E7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3200400" cy="3200400"/>
          </a:xfrm>
          <a:prstGeom prst="ellipse">
            <a:avLst/>
          </a:prstGeom>
          <a:solidFill>
            <a:srgbClr val="156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0" y="5029200"/>
            <a:ext cx="2286000" cy="2286000"/>
          </a:xfrm>
          <a:prstGeom prst="ellipse">
            <a:avLst/>
          </a:prstGeom>
          <a:solidFill>
            <a:srgbClr val="19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为什么要服用四籽油丸？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59E0B"/>
                </a:solidFill>
                <a:latin typeface="Microsoft YaHei"/>
              </a:defRPr>
            </a:pPr>
            <a:r>
              <a:t>—— 四种天然籽油的健康奥秘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DF4"/>
                </a:solidFill>
                <a:latin typeface="Microsoft YaHei"/>
              </a:defRPr>
            </a:pPr>
            <a:r>
              <a:t>🍇 葡萄籽油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DF4"/>
                </a:solidFill>
                <a:latin typeface="Microsoft YaHei"/>
              </a:defRPr>
            </a:pPr>
            <a:r>
              <a:t>🌾 亚麻籽油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DF4"/>
                </a:solidFill>
                <a:latin typeface="Microsoft YaHei"/>
              </a:defRPr>
            </a:pPr>
            <a:r>
              <a:t>🌿 山茶籽油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59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DF4"/>
                </a:solidFill>
                <a:latin typeface="Microsoft YaHei"/>
              </a:defRPr>
            </a:pPr>
            <a:r>
              <a:t>🍃 紫苏籽油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Frankie Tsang · 健康培训课程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📋 课程大纲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本次培训将涵盖以下内容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10058400" cy="658368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737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认识四籽油丸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什么是四籽油丸？产品简介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3160"/>
            <a:ext cx="10058400" cy="658368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5146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四种籽油的功效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葡萄籽油·亚麻籽油·山茶籽油·紫苏籽油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00400"/>
            <a:ext cx="10058400" cy="658368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2918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291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"以油去油"的原理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好油如何帮助身体排出坏油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977639"/>
            <a:ext cx="10058400" cy="658368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06907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06907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谁最需要四籽油丸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适用人群分析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754880"/>
            <a:ext cx="10058400" cy="658368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463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846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科学依据与数据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研究与临床支持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532120"/>
            <a:ext cx="10058400" cy="658368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62355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6235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服用方法与注意事项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669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正确使用指南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🌱 什么是四籽油丸？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认识这款四种天然籽油复合产品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defRPr sz="1700" b="1">
                <a:solidFill>
                  <a:srgbClr val="F0FDF4"/>
                </a:solidFill>
                <a:latin typeface="Microsoft YaHei"/>
              </a:defRPr>
            </a:pPr>
            <a:r>
              <a:t>四籽油丸是什么？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四籽油丸是由四种天然植物籽油——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🍇 葡萄籽油  🌾 亚麻籽油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🌿 山茶籽油  🍃 紫苏籽油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经过科学配比、低温萃取制成的膳食补充剂。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它属于"药食同源"理念下的健康食品，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采用小分子纳米工艺锁留营养成分，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帮助身体以"好油"替换"坏油"，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达到调理身体的辅助作用。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20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🌿  天然植物萃取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5420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🔬  科学配比复方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16382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❄️  低温冷榨工艺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78561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💊  小分子易吸收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4074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🚫  无糖配方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5029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✅  药食同源理念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🔬 四种籽油概览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四大核心成分，协同守护健康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26974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🍇 葡萄籽油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核心：原花青素 + 亚油酸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抗氧化、清除自由基、保护血管弹性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64592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645920"/>
            <a:ext cx="26974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9202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🌾 亚麻籽油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核心：α-亚麻酸 55%+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降血脂、降血压、改善胰岛素敏感度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45920"/>
            <a:ext cx="26974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9202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🌿 山茶籽油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核心：单不饱和脂肪酸 80%+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降血压、降血脂、控制血糖、抗氧化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64592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1645920"/>
            <a:ext cx="2697480" cy="73152"/>
          </a:xfrm>
          <a:prstGeom prst="rect">
            <a:avLst/>
          </a:prstGeom>
          <a:solidFill>
            <a:srgbClr val="25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9202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🍃 紫苏籽油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核心：α-亚麻酸 54%-67%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调节血脂、抗炎、保护心血管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🍇 葡萄籽油 —— 抗氧化的守护者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核心成分与功效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原花青素（OPC）：自然界最强的抗氧化剂之一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清除体内自由基，延缓衰老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保护血管弹性，预防动脉硬化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亚油酸（Omega-6）：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降低血清胆固醇水平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降低甘油三酯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维生素E：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增强免疫力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保护细胞膜不受氧化损伤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📊 临床数据：葡萄籽油可显著降低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  血清胆固醇和甘油三酯水平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抗氧化能力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是维生素C的 20倍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是维生素E的 50倍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适合高温烹饪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烟点高达 216°C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适合人群：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高血脂人群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动脉硬化风险者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关注抗衰老人群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🌾 亚麻籽油 —— Omega-3 之王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核心成分与功效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α-亚麻酸（ALA）含量高达55%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陆地植物中Omega-3含量最高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人体必需脂肪酸，无法自行合成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木酚素：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与Omega-3协同作用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提升内皮细胞活性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三大功效（2025年专家共识）：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降低炎症反应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改善血压水平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提升胰岛素敏感度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📊 研究显示：有助于降血脂、降血压、降血糖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α-亚麻酸含量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≈ 55%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陆地最高Omega-3来源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木酚素含量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是其他植物油的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75-800倍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适合人群：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三高人群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心血管问题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慢性炎症患者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🌿 山茶籽油 —— 东方橄榄油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核心成分与功效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单不饱和脂肪酸含量高达80%-83%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与橄榄油相当，被誉为"东方橄榄油"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易于人体吸收，不增加身体负担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中国农大专家指出三大益处：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降血压 —— 改善血管功能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降血脂 —— 减少坏胆固醇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控血糖 —— 改善胰岛素抵抗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抗氧化能力：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抑制动脉硬化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清除自由基、延缓衰老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单不饱和脂肪酸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80%-83%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与特级初榨橄榄油相当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发烟点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高达 252°C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远高于橄榄油(190°C)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适合人群：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三高人群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关注心脑血管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追求健康烹饪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🍃 紫苏籽油 —— 药食同源的瑰宝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核心成分与功效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α-亚麻酸含量高达54%-67%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国际医学界公认的天然保健品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唯一入选国家药食同源目录的油用种子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中医传统认知：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"解表散寒，行气和胃"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降气消痰，平喘润肠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现代研究证实：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调节血脂 —— 甘油三酯下降约8%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预防心血管疾病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抗炎抗氧化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健脑益智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α-亚麻酸含量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54%-67%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所有植物油中最高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临床数据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每日10g可使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甘油三酯下降约8%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适合人群：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高血压患者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高血脂人群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脑力工作者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⚡ 四油合一：1+1+1+1 &gt; 4 的协同效应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146304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💡 核心原理：单吃一种油，好比只练一门功夫。四种油科学配比，各司其职、互相配合，实现协同增效。</a:t>
            </a:r>
          </a:p>
          <a:p>
            <a:pPr algn="l">
              <a:spcAft>
                <a:spcPts val="60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紫苏籽油 + 亚麻籽油 → 双倍补充α-亚麻酸，协同调节血脂、呵护心血管</a:t>
            </a:r>
          </a:p>
          <a:p>
            <a:pPr algn="l">
              <a:spcAft>
                <a:spcPts val="60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葡萄籽油 → 原花青素抗氧化、清除自由基  |  山茶籽油 → 单不饱和脂肪酸助力降血压、降血脂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🧹 清除坏油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四种籽油的不饱和脂肪酸</a:t>
            </a:r>
            <a:br/>
            <a:r>
              <a:t>帮助代谢体内饱和脂肪</a:t>
            </a:r>
            <a:br/>
            <a:r>
              <a:t>和反式脂肪等"坏油"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🛡️ 保护血管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原花青素 + Omega-3</a:t>
            </a:r>
            <a:br/>
            <a:r>
              <a:t>双重保护血管弹性</a:t>
            </a:r>
            <a:br/>
            <a:r>
              <a:t>预防动脉粥样硬化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🔥 抗炎抗氧化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多种天然抗氧化成分</a:t>
            </a:r>
            <a:br/>
            <a:r>
              <a:t>协同清除自由基</a:t>
            </a:r>
            <a:br/>
            <a:r>
              <a:t>降低慢性炎症水平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59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⚖️ 调节代谢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59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改善胰岛素敏感度</a:t>
            </a:r>
            <a:br/>
            <a:r>
              <a:t>辅助调节血糖血脂</a:t>
            </a:r>
            <a:br/>
            <a:r>
              <a:t>综合改善代谢综合征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🔄 "以油去油"的科学原理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好油如何帮助身体排出坏油？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  <a:latin typeface="Microsoft YaHei"/>
              </a:defRPr>
            </a:pPr>
            <a: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摄入好油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四籽油丸富含</a:t>
            </a:r>
            <a:br/>
            <a:r>
              <a:t>不饱和脂肪酸</a:t>
            </a:r>
            <a:br/>
            <a:r>
              <a:t>（Omega-3/6/9）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828800"/>
            <a:ext cx="265176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9488"/>
                </a:solidFill>
                <a:latin typeface="Microsoft YaHei"/>
              </a:defRPr>
            </a:pPr>
            <a:r>
              <a:t>2️⃣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进入血液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小分子纳米工艺</a:t>
            </a:r>
            <a:br/>
            <a:r>
              <a:t>快速被肠道吸收</a:t>
            </a:r>
            <a:br/>
            <a:r>
              <a:t>进入血液循环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59" y="1828800"/>
            <a:ext cx="26517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3️⃣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替换坏油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不饱和脂肪酸</a:t>
            </a:r>
            <a:br/>
            <a:r>
              <a:t>竞争性替换</a:t>
            </a:r>
            <a:br/>
            <a:r>
              <a:t>饱和脂肪和反式脂肪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19" y="1828800"/>
            <a:ext cx="265176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Microsoft YaHei"/>
              </a:defRPr>
            </a:pPr>
            <a:r>
              <a:t>4️⃣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代谢排出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被替换的坏油</a:t>
            </a:r>
            <a:br/>
            <a:r>
              <a:t>通过肝脏代谢</a:t>
            </a:r>
            <a:br/>
            <a:r>
              <a:t>随胆汁排出体外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029200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12064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📌 简单理解：体内的"坏油"（饱和脂肪、反式脂肪）会被"好油"（不饱和脂肪酸）逐步替换，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    然后通过肝脏代谢排出。这就像用干净的水冲洗管道，把污垢带出去。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❓ 为什么需要"以油去油"？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现代人饮食中的油脂危机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59"/>
              </a:spcAft>
              <a:defRPr sz="1500" b="1">
                <a:solidFill>
                  <a:srgbClr val="F0FDF4"/>
                </a:solidFill>
                <a:latin typeface="Microsoft YaHei"/>
              </a:defRPr>
            </a:pPr>
            <a:r>
              <a:t>🚨 现代饮食中的"坏油"从哪来？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🔴 饱和脂肪过量：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红肉、肥肉、全脂奶制品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椰子油、棕榈油（加工食品）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🔴 反式脂肪：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油炸食品、烘焙糕点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人造黄油、起酥油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奶茶、速食、零食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🔴 Omega-6 过量：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大豆油、玉米油、葵花籽油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外卖、餐厅常用廉价油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⚠️ 国人Omega-6:Omega-3 比例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  高达 20:1（理想为 4:1）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502920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59"/>
              </a:spcAft>
              <a:defRPr sz="1500" b="1">
                <a:solidFill>
                  <a:srgbClr val="F0FDF4"/>
                </a:solidFill>
                <a:latin typeface="Microsoft YaHei"/>
              </a:defRPr>
            </a:pPr>
            <a:r>
              <a:t>✅ 四籽油丸如何解决问题？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💚 补充优质不饱和脂肪酸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丰富Omega-3（α-亚麻酸）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平衡Omega-6/Omega-3比例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💚 抗氧化保护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原花青素清除自由基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维生素E保护细胞膜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💚 促进代谢排出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好油竞争性替换坏油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加速肝脏代谢排出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💚 综合调理四高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辅助降血脂、降血压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辅助降血糖、降尿酸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👥 谁最需要四籽油丸？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这些人群特别适合服用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🫀 三高/四高人群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高血压、高血脂、高血糖、高尿酸患者</a:t>
            </a:r>
            <a:br/>
            <a:r>
              <a:t>需要辅助调理代谢指标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🍔 饮食不规律者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3774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经常吃外卖、油炸食品</a:t>
            </a:r>
            <a:br/>
            <a:r>
              <a:t>Omega-6摄入过多、Omega-3不足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👴 中老年人群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23774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新陈代谢减缓</a:t>
            </a:r>
            <a:br/>
            <a:r>
              <a:t>心血管功能自然衰退</a:t>
            </a:r>
            <a:br/>
            <a:r>
              <a:t>需要额外营养支持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💼 高压工作者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长期熬夜、压力大</a:t>
            </a:r>
            <a:br/>
            <a:r>
              <a:t>慢性炎症水平偏高</a:t>
            </a:r>
            <a:br/>
            <a:r>
              <a:t>需要抗氧化保护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02336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🏃 关注健康人群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主动管理身体健康</a:t>
            </a:r>
            <a:br/>
            <a:r>
              <a:t>希望通过饮食调理</a:t>
            </a:r>
            <a:br/>
            <a:r>
              <a:t>预防慢性疾病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02336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👨‍👩‍👧 全家适用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从年轻人到老年人</a:t>
            </a:r>
            <a:br/>
            <a:r>
              <a:t>日常膳食营养的有益补充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📊 四籽油丸 vs 单一籽油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为什么复方比单方更好？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54864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对比维度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单一籽油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91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四籽油丸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Omega-3 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单一来源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331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双来源（紫苏+亚麻）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52928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98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抗氧化成分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有限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98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原花青素+维生素E+多酚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19856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6557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脂肪酸谱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46557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不完整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46557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Omega-3/6/9 全谱覆盖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86783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3250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协同效应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03250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032503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四油互补，1+1&gt;2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53712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5994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适用场景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45994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单一功效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5994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综合调理四高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120640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663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吸收效率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1663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常规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51663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小分子纳米工艺，更好吸收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📚 科学依据与研究支持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🏛️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719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国家药食同源目录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299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紫苏籽被列入国家卫健委发布的106种药食同源物质名单，是唯一上榜的油用种子。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791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《亚麻籽油营养健康与消费专家共识》(2025)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90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明确指出亚麻籽油在降低炎症、改善血压、提升胰岛素敏感度方面呈现积极作用。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39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中国农业大学食品学院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5020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专家研究指出：山茶油有利于降血压、降血脂、控制血糖，具有抗氧化能力。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599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临床观察数据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9103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每日补充10g紫苏籽油，可使血脂异常人群的甘油三酯下降约8%。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4864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778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5595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《黄帝内经》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7044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"空腹食之为食物，患者食之为药物"——药食同源的古老智慧。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💊 服用方法与建议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📋 建议服用方案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⏰ 服用时间：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随餐或餐后服用，利于吸收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建议早晚各一次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💊 建议用量：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按产品说明服用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一般每日2-4粒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💧 配合饮水：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温水送服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每日保持充足饮水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📅 服用周期：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建议连续服用3个月为一个周期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长期服用效果更佳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02920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⚠️ 注意事项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🔴 重要提示：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四籽油丸为膳食补充剂，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不能替代药物治疗！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❌ 不适用人群：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对任何成分过敏者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孕妇及哺乳期（遵医嘱）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⚠️ 正在服药者：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如正在服用降压药、降糖药、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  降脂药，请咨询医生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📌 存储方式：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阴凉干燥处保存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避免阳光直射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💬 用户体验分享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四籽油丸带来的改变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👨‍💼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张先生，52岁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企业高管，长期应酬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59E0B"/>
                </a:solidFill>
                <a:latin typeface="Microsoft YaHei"/>
              </a:defRPr>
            </a:pPr>
            <a: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"服用四籽油丸三个月后，体检报告的血脂指标明显改善，精神状态也比以前好了很多。"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👩‍🍳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李阿姨，60岁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退休教师，三高多年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59E0B"/>
                </a:solidFill>
                <a:latin typeface="Microsoft YaHei"/>
              </a:defRPr>
            </a:pPr>
            <a:r>
              <a:t>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79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"血压比以前稳定了，不用总往医院跑了。关键是纯天然的，吃着放心。"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4632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👩‍💻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937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王女士，38岁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白领，长期外卖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59E0B"/>
                </a:solidFill>
                <a:latin typeface="Microsoft YaHei"/>
              </a:defRPr>
            </a:pPr>
            <a:r>
              <a:t>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834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"以前总感觉疲惫，脸色也不好。朋友推荐四籽油丸后，皮肤状态明显改善，精力也充沛了。"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❓ 常见问题 FAQ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四籽油丸是药吗？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不是。四籽油丸属于膳食补充剂/健康食品，不能替代药物治疗。已确诊疾病请遵医嘱。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877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需要吃多久才有效？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9864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因人而异。一般建议连续服用3个月为一个周期，部分人1-2个月即可感受到变化。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478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可以和其他药物一起吃吗？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建议与药物间隔1-2小时服用。如正在服用处方药，请先咨询医生。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079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有没有副作用？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188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四种籽油均为天然食品级原料，按建议剂量服用一般无副作用。个别人可能出现轻微肠胃不适。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6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681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为什么选择四籽油丸而不是单一籽油？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7790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四种油科学配比，实现营养协同增效，比单一籽油功效更全面、吸收更均衡。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0E5E4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371600"/>
            <a:ext cx="4572000" cy="4572000"/>
          </a:xfrm>
          <a:prstGeom prst="ellipse">
            <a:avLst/>
          </a:prstGeom>
          <a:solidFill>
            <a:srgbClr val="0E7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657600"/>
            <a:ext cx="3657600" cy="3657600"/>
          </a:xfrm>
          <a:prstGeom prst="ellipse">
            <a:avLst/>
          </a:prstGeom>
          <a:solidFill>
            <a:srgbClr val="156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四籽油丸 —— 用天然的力量守护健康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2560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875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9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📌 核心要点回顾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✅ 四种天然籽油：葡萄籽油 + 亚麻籽油 + 山茶籽油 + 紫苏籽油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✅ 科学原理：以"好油"（不饱和脂肪酸）替换"坏油"（饱和脂肪/反式脂肪）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✅ 协同效应：四油合一，1+1+1+1 &gt; 4，全面调理四高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✅ 药食同源：紫苏籽入选国家药食同源目录，天然安全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✅ 适用广泛：三高/四高人群、中老年、高压工作者、关注健康人群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515600" cy="11887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834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🌟 从今天开始，用四籽油丸为你的健康加分！</a:t>
            </a:r>
          </a:p>
          <a:p>
            <a:pPr algn="ctr">
              <a:spcAft>
                <a:spcPts val="540"/>
              </a:spcAft>
              <a:defRPr sz="1800">
                <a:solidFill>
                  <a:srgbClr val="FFFFFF"/>
                </a:solidFill>
                <a:latin typeface="Microsoft YaHei"/>
              </a:defRPr>
            </a:pPr>
            <a:r>
              <a:t>换掉厨房里的普通油，选择更科学的营养方案。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Frankie Tsang · 健康培训课程  |  感谢聆听 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