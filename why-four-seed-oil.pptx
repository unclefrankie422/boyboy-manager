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B3A2A"/>
              </a:gs>
              <a:gs pos="100000">
                <a:srgbClr val="0E5E4A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0E7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3200400" cy="3200400"/>
          </a:xfrm>
          <a:prstGeom prst="ellipse">
            <a:avLst/>
          </a:prstGeom>
          <a:solidFill>
            <a:srgbClr val="156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0" y="5029200"/>
            <a:ext cx="2286000" cy="2286000"/>
          </a:xfrm>
          <a:prstGeom prst="ellipse">
            <a:avLst/>
          </a:prstGeom>
          <a:solidFill>
            <a:srgbClr val="19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为什么要服用四籽油丸？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59E0B"/>
                </a:solidFill>
                <a:latin typeface="Microsoft YaHei"/>
              </a:defRPr>
            </a:pPr>
            <a:r>
              <a:t>—— 君臣佐使 · 清护调养 · 四位一体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91840"/>
            <a:ext cx="2743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DF4"/>
                </a:solidFill>
                <a:latin typeface="Microsoft YaHei"/>
              </a:defRPr>
            </a:pPr>
            <a:r>
              <a:t>🌿 君·山茶籽油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DF4"/>
                </a:solidFill>
                <a:latin typeface="Microsoft YaHei"/>
              </a:defRPr>
            </a:pPr>
            <a:r>
              <a:t>🍃 臣·紫苏籽油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DF4"/>
                </a:solidFill>
                <a:latin typeface="Microsoft YaHei"/>
              </a:defRPr>
            </a:pPr>
            <a:r>
              <a:t>🍇 佐·葡萄籽油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59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DF4"/>
                </a:solidFill>
                <a:latin typeface="Microsoft YaHei"/>
              </a:defRPr>
            </a:pPr>
            <a:r>
              <a:t>🌾 使·亚麻籽油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9E0B"/>
                </a:solidFill>
                <a:latin typeface="Microsoft YaHei"/>
              </a:defRPr>
            </a:pPr>
            <a:r>
              <a:t>黄金配比 · 恒温发酵工艺 · 「清·护·调·养」四位一体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Frankie Tsang · 健康培训课程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1/19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B3A2A"/>
              </a:gs>
              <a:gs pos="100000">
                <a:srgbClr val="1B3A2A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📋 课程大纲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058400" cy="347472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8249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68249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认识四籽油丸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8249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产品简介 · 黄金配比 · 恒温发酵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057400"/>
            <a:ext cx="10058400" cy="347472"/>
          </a:xfrm>
          <a:prstGeom prst="roundRect">
            <a:avLst>
              <a:gd name="adj" fmla="val 5000"/>
            </a:avLst>
          </a:prstGeom>
          <a:solidFill>
            <a:srgbClr val="255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09397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09397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君臣佐使 · 配伍理论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9397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四种籽油的角色与分工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468880"/>
            <a:ext cx="10058400" cy="347472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50545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50545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君 · 山茶籽油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50545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角鲨烯 → 护心养肝 · 强氧护血管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880360"/>
            <a:ext cx="10058400" cy="347472"/>
          </a:xfrm>
          <a:prstGeom prst="roundRect">
            <a:avLst>
              <a:gd name="adj" fmla="val 5000"/>
            </a:avLst>
          </a:prstGeom>
          <a:solidFill>
            <a:srgbClr val="255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291693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291693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臣 · 紫苏籽油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91693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高亚麻酸 → 行气宽中 · 抗炎化湿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291840"/>
            <a:ext cx="10058400" cy="347472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332841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32841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佐 · 葡萄籽油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32841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原花青素 → 清除自由基 · 抗氧化抗衰老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3703320"/>
            <a:ext cx="10058400" cy="347472"/>
          </a:xfrm>
          <a:prstGeom prst="roundRect">
            <a:avLst>
              <a:gd name="adj" fmla="val 5000"/>
            </a:avLst>
          </a:prstGeom>
          <a:solidFill>
            <a:srgbClr val="255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373989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373989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使 · 亚麻籽油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73989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Omega-3 → 溶栓通脉 · 润肠调眠 · 引导入血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114800"/>
            <a:ext cx="10058400" cy="347472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415137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415137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清·护·调·养 四位一体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15137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四油协同的完整健康方案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4526280"/>
            <a:ext cx="10058400" cy="347472"/>
          </a:xfrm>
          <a:prstGeom prst="roundRect">
            <a:avLst>
              <a:gd name="adj" fmla="val 5000"/>
            </a:avLst>
          </a:prstGeom>
          <a:solidFill>
            <a:srgbClr val="255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456285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456285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四油合一的协同效应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456285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1+1+1+1 &gt; 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4937760"/>
            <a:ext cx="10058400" cy="347472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88720" y="497433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80" y="497433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"以油去油"的原理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497433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好油如何帮助身体排出坏油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" y="5349240"/>
            <a:ext cx="10058400" cy="347472"/>
          </a:xfrm>
          <a:prstGeom prst="roundRect">
            <a:avLst>
              <a:gd name="adj" fmla="val 5000"/>
            </a:avLst>
          </a:prstGeom>
          <a:solidFill>
            <a:srgbClr val="255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8720" y="538581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538581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谁最需要四籽油丸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538581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适用人群分析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" y="5760720"/>
            <a:ext cx="10058400" cy="347472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88720" y="579729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11680" y="579729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科学依据与研究支持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579729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角鲨烯 · 原花青素 · 临床数据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" y="6172200"/>
            <a:ext cx="10058400" cy="347472"/>
          </a:xfrm>
          <a:prstGeom prst="roundRect">
            <a:avLst>
              <a:gd name="adj" fmla="val 5000"/>
            </a:avLst>
          </a:prstGeom>
          <a:solidFill>
            <a:srgbClr val="255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620877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11680" y="620877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服用方法与注意事项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0" y="620877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正确使用指南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2/19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B3A2A"/>
              </a:gs>
              <a:gs pos="100000">
                <a:srgbClr val="1B3A2A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🌱 什么是四籽油丸？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黄金配比 · 恒温发酵 · 君臣佐使配伍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858000" cy="438912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700" b="1">
                <a:solidFill>
                  <a:srgbClr val="F0FDF4"/>
                </a:solidFill>
                <a:latin typeface="Microsoft YaHei"/>
              </a:defRPr>
            </a:pPr>
            <a:r>
              <a:t>四籽油丸是什么？</a:t>
            </a:r>
          </a:p>
          <a:p>
            <a:pPr algn="l">
              <a:spcAft>
                <a:spcPts val="450"/>
              </a:spcAft>
              <a:defRPr sz="15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>
                <a:solidFill>
                  <a:srgbClr val="F0FDF4"/>
                </a:solidFill>
                <a:latin typeface="Microsoft YaHei"/>
              </a:defRPr>
            </a:pPr>
            <a:r>
              <a:t>四籽油丸是由四种天然植物籽油——</a:t>
            </a:r>
          </a:p>
          <a:p>
            <a:pPr algn="l">
              <a:spcAft>
                <a:spcPts val="450"/>
              </a:spcAft>
              <a:defRPr sz="1500">
                <a:solidFill>
                  <a:srgbClr val="F0FDF4"/>
                </a:solidFill>
                <a:latin typeface="Microsoft YaHei"/>
              </a:defRPr>
            </a:pPr>
            <a:r>
              <a:t>🌿 山茶籽油（君）  🍃 紫苏籽油（臣）</a:t>
            </a:r>
          </a:p>
          <a:p>
            <a:pPr algn="l">
              <a:spcAft>
                <a:spcPts val="450"/>
              </a:spcAft>
              <a:defRPr sz="1500">
                <a:solidFill>
                  <a:srgbClr val="F0FDF4"/>
                </a:solidFill>
                <a:latin typeface="Microsoft YaHei"/>
              </a:defRPr>
            </a:pPr>
            <a:r>
              <a:t>🍇 葡萄籽油（佐）  🌾 亚麻籽油（使）</a:t>
            </a:r>
          </a:p>
          <a:p>
            <a:pPr algn="l">
              <a:spcAft>
                <a:spcPts val="450"/>
              </a:spcAft>
              <a:defRPr sz="15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>
                <a:solidFill>
                  <a:srgbClr val="F0FDF4"/>
                </a:solidFill>
                <a:latin typeface="Microsoft YaHei"/>
              </a:defRPr>
            </a:pPr>
            <a:r>
              <a:t>按照中医「君臣佐使」配伍理论，</a:t>
            </a:r>
          </a:p>
          <a:p>
            <a:pPr algn="l">
              <a:spcAft>
                <a:spcPts val="450"/>
              </a:spcAft>
              <a:defRPr sz="1500">
                <a:solidFill>
                  <a:srgbClr val="F0FDF4"/>
                </a:solidFill>
                <a:latin typeface="Microsoft YaHei"/>
              </a:defRPr>
            </a:pPr>
            <a:r>
              <a:t>通过黄金配比和恒温发酵工艺，</a:t>
            </a:r>
          </a:p>
          <a:p>
            <a:pPr algn="l">
              <a:spcAft>
                <a:spcPts val="450"/>
              </a:spcAft>
              <a:defRPr sz="1500">
                <a:solidFill>
                  <a:srgbClr val="F0FDF4"/>
                </a:solidFill>
                <a:latin typeface="Microsoft YaHei"/>
              </a:defRPr>
            </a:pPr>
            <a:r>
              <a:t>制成的小分子膳食补充剂。</a:t>
            </a:r>
          </a:p>
          <a:p>
            <a:pPr algn="l">
              <a:spcAft>
                <a:spcPts val="450"/>
              </a:spcAft>
              <a:defRPr sz="15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>
                <a:solidFill>
                  <a:srgbClr val="F0FDF4"/>
                </a:solidFill>
                <a:latin typeface="Microsoft YaHei"/>
              </a:defRPr>
            </a:pPr>
            <a:r>
              <a:t>实现「清·护·调·养」四位一体的协同效果，</a:t>
            </a:r>
          </a:p>
          <a:p>
            <a:pPr algn="l">
              <a:spcAft>
                <a:spcPts val="450"/>
              </a:spcAft>
              <a:defRPr sz="1500">
                <a:solidFill>
                  <a:srgbClr val="F0FDF4"/>
                </a:solidFill>
                <a:latin typeface="Microsoft YaHei"/>
              </a:defRPr>
            </a:pPr>
            <a:r>
              <a:t>帮助身体以"好油"替换"坏油"。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474720" cy="4389120"/>
          </a:xfrm>
          <a:prstGeom prst="roundRect">
            <a:avLst>
              <a:gd name="adj" fmla="val 5000"/>
            </a:avLst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DF4"/>
                </a:solidFill>
                <a:latin typeface="Microsoft YaHei"/>
              </a:defRPr>
            </a:pPr>
            <a:r>
              <a:t>🌿  天然植物萃取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5420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DF4"/>
                </a:solidFill>
                <a:latin typeface="Microsoft YaHei"/>
              </a:defRPr>
            </a:pPr>
            <a:r>
              <a:t>🔬  君臣佐使配比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16382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DF4"/>
                </a:solidFill>
                <a:latin typeface="Microsoft YaHei"/>
              </a:defRPr>
            </a:pPr>
            <a:r>
              <a:t>⚗️  恒温发酵工艺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78561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DF4"/>
                </a:solidFill>
                <a:latin typeface="Microsoft YaHei"/>
              </a:defRPr>
            </a:pPr>
            <a:r>
              <a:t>💊  小分子易吸收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40740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DF4"/>
                </a:solidFill>
                <a:latin typeface="Microsoft YaHei"/>
              </a:defRPr>
            </a:pPr>
            <a:r>
              <a:t>📐  黄金配比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5029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DF4"/>
                </a:solidFill>
                <a:latin typeface="Microsoft YaHei"/>
              </a:defRPr>
            </a:pPr>
            <a:r>
              <a:t>✅  清护调养一体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3/19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B3A2A"/>
              </a:gs>
              <a:gs pos="100000">
                <a:srgbClr val="1B3A2A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🏛️ 君臣佐使 · 四籽配伍理论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源自《黄帝内经》——四种籽油各司其职、协同作战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645920"/>
            <a:ext cx="2788920" cy="457200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278892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37360" y="1828800"/>
            <a:ext cx="1097280" cy="320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打下基础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194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🌿 君 · 山茶籽油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74320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DF4"/>
                </a:solidFill>
                <a:latin typeface="Microsoft YaHei"/>
              </a:defRPr>
            </a:pPr>
            <a:r>
              <a:t>核心成分：角鲨烯</a:t>
            </a:r>
            <a:br/>
            <a:r>
              <a:t>护心养肝 · 强氧护血管</a:t>
            </a:r>
            <a:br/>
            <a:r>
              <a:t>为整个配方打下基础</a:t>
            </a:r>
            <a:br/>
            <a:r>
              <a:t>统领全局、奠定根基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645920"/>
            <a:ext cx="2788920" cy="457200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645920"/>
            <a:ext cx="27889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09160" y="1828800"/>
            <a:ext cx="1097280" cy="320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辅助君药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79" y="2194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🍃 臣 · 紫苏籽油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79" y="274320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DF4"/>
                </a:solidFill>
                <a:latin typeface="Microsoft YaHei"/>
              </a:defRPr>
            </a:pPr>
            <a:r>
              <a:t>核心成分：高亚麻酸</a:t>
            </a:r>
            <a:br/>
            <a:r>
              <a:t>行气宽中 · 抗炎化湿</a:t>
            </a:r>
            <a:br/>
            <a:r>
              <a:t>辅助调节代谢</a:t>
            </a:r>
            <a:br/>
            <a:r>
              <a:t>协助君药发挥作用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2788920" cy="457200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645920"/>
            <a:ext cx="27889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80960" y="1828800"/>
            <a:ext cx="109728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制衡兼顾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194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🍇 佐 · 葡萄籽油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74320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DF4"/>
                </a:solidFill>
                <a:latin typeface="Microsoft YaHei"/>
              </a:defRPr>
            </a:pPr>
            <a:r>
              <a:t>核心成分：原花青素</a:t>
            </a:r>
            <a:br/>
            <a:r>
              <a:t>清除自由基 · 抗氧化</a:t>
            </a:r>
            <a:br/>
            <a:r>
              <a:t>抗衰老 · 减少氧化损伤</a:t>
            </a:r>
            <a:br/>
            <a:r>
              <a:t>制衡药性、兼顾次要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1645920"/>
            <a:ext cx="2788920" cy="457200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9720" y="1645920"/>
            <a:ext cx="2788920" cy="54864"/>
          </a:xfrm>
          <a:prstGeom prst="rect">
            <a:avLst/>
          </a:prstGeom>
          <a:solidFill>
            <a:srgbClr val="256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652760" y="1828800"/>
            <a:ext cx="1097280" cy="320040"/>
          </a:xfrm>
          <a:prstGeom prst="roundRect">
            <a:avLst/>
          </a:prstGeom>
          <a:solidFill>
            <a:srgbClr val="256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引导入血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194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🌾 使 · 亚麻籽油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74320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DF4"/>
                </a:solidFill>
                <a:latin typeface="Microsoft YaHei"/>
              </a:defRPr>
            </a:pPr>
            <a:r>
              <a:t>核心成分：Omega-3</a:t>
            </a:r>
            <a:br/>
            <a:r>
              <a:t>溶栓通脉 · 润肠调眠</a:t>
            </a:r>
            <a:br/>
            <a:r>
              <a:t>引导其他成分入血</a:t>
            </a:r>
            <a:br/>
            <a:r>
              <a:t>协同发挥整体功效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00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9E0B"/>
                </a:solidFill>
                <a:latin typeface="Microsoft YaHei"/>
              </a:defRPr>
            </a:pPr>
            <a:r>
              <a:t>📌《黄帝内经》：「主病之谓君，佐君之谓臣，应臣之谓使」—— 四籽油丸正是这一古老智慧的现代实践。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4/19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B3A2A"/>
              </a:gs>
              <a:gs pos="100000">
                <a:srgbClr val="1B3A2A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🌿 君 · 山茶籽油 —— 打下基础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角鲨烯 → 护心养肝 · 强氧护血管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400800" cy="457200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0"/>
              </a:spcAft>
              <a:defRPr sz="1600" b="1">
                <a:solidFill>
                  <a:srgbClr val="F0FDF4"/>
                </a:solidFill>
                <a:latin typeface="Microsoft YaHei"/>
              </a:defRPr>
            </a:pPr>
            <a:r>
              <a:t>🌿 君药地位：统领全局、为整个配方打下基础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🔸 核心成分：角鲨烯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山茶油是角鲨烯含量最高的植物油之一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天然活性物质，保肝护肝、促进肝细胞再生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🔸 护心养肝：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增强心肌功能，改善心脏供氧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保护和修复肝细胞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🔸 强氧护血管：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提高血液携氧能力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增强血管弹性，保护血管内皮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单不饱和脂肪酸高达 80%+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645920"/>
            <a:ext cx="3931920" cy="4572000"/>
          </a:xfrm>
          <a:prstGeom prst="roundRect">
            <a:avLst>
              <a:gd name="adj" fmla="val 5000"/>
            </a:avLst>
          </a:prstGeom>
          <a:solidFill>
            <a:srgbClr val="1A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82880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  <a:defRPr sz="1600" b="1">
                <a:solidFill>
                  <a:srgbClr val="F0FDF4"/>
                </a:solidFill>
                <a:latin typeface="Microsoft YaHei"/>
              </a:defRPr>
            </a:pPr>
            <a:r>
              <a:t>💡 君药关键数据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角鲨烯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山茶油是含量最高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的植物油之一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单不饱和脂肪酸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80%+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奠定营养基础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君药使命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护心 · 养肝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强氧 · 护血管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5/19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B3A2A"/>
              </a:gs>
              <a:gs pos="100000">
                <a:srgbClr val="1B3A2A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🍃 臣 · 紫苏籽油 —— 辅助君药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高亚麻酸 → 行气宽中 · 抗炎化湿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400800" cy="457200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0"/>
              </a:spcAft>
              <a:defRPr sz="1600" b="1">
                <a:solidFill>
                  <a:srgbClr val="F0FDF4"/>
                </a:solidFill>
                <a:latin typeface="Microsoft YaHei"/>
              </a:defRPr>
            </a:pPr>
            <a:r>
              <a:t>🍃 臣药地位：辅助君药，协助发挥作用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🔸 核心成分：高含量 α-亚麻酸（54%-67%）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所有植物油中含量最高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唯一入选国家药食同源目录的油用种子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🔸 行气宽中：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中医："解表散寒，行气和胃"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促进气血运行，改善微循环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🔸 抗炎化湿：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降低体内慢性炎症水平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辅助调节代谢，化解湿浊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调节血脂——甘油三酯下降约 8%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645920"/>
            <a:ext cx="3931920" cy="4572000"/>
          </a:xfrm>
          <a:prstGeom prst="roundRect">
            <a:avLst>
              <a:gd name="adj" fmla="val 5000"/>
            </a:avLst>
          </a:prstGeom>
          <a:solidFill>
            <a:srgbClr val="3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82880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  <a:defRPr sz="1600" b="1">
                <a:solidFill>
                  <a:srgbClr val="F0FDF4"/>
                </a:solidFill>
                <a:latin typeface="Microsoft YaHei"/>
              </a:defRPr>
            </a:pPr>
            <a:r>
              <a:t>💡 臣药关键数据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α-亚麻酸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54%-67%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植物油中最高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临床数据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每日10g →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甘油三酯 ↓8%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🏛️ 国家认证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106种药食同源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唯一油用种子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6/19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B3A2A"/>
              </a:gs>
              <a:gs pos="100000">
                <a:srgbClr val="1B3A2A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🍇 佐 · 葡萄籽油 —— 制衡兼顾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原花青素 → 清除自由基 · 抗氧化 · 抗衰老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400800" cy="457200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0"/>
              </a:spcAft>
              <a:defRPr sz="1600" b="1">
                <a:solidFill>
                  <a:srgbClr val="F0FDF4"/>
                </a:solidFill>
                <a:latin typeface="Microsoft YaHei"/>
              </a:defRPr>
            </a:pPr>
            <a:r>
              <a:t>🍇 佐药地位：制衡药性、兼顾次要问题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🔸 核心成分：原花青素（OPC）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自然界最强抗氧化剂之一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抗氧化力 = 维生素C × 20、维生素E × 50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🔸 清除自由基：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清除体内有害自由基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减少细胞氧化损伤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🔸 抗氧化 · 抗衰老：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保护血管弹性，预防动脉硬化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延缓细胞衰老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降低血清胆固醇和甘油三酯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645920"/>
            <a:ext cx="3931920" cy="4572000"/>
          </a:xfrm>
          <a:prstGeom prst="roundRect">
            <a:avLst>
              <a:gd name="adj" fmla="val 5000"/>
            </a:avLst>
          </a:prstGeom>
          <a:solidFill>
            <a:srgbClr val="2D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82880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  <a:defRPr sz="1600" b="1">
                <a:solidFill>
                  <a:srgbClr val="F0FDF4"/>
                </a:solidFill>
                <a:latin typeface="Microsoft YaHei"/>
              </a:defRPr>
            </a:pPr>
            <a:r>
              <a:t>💡 佐药关键数据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抗氧化力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维生素C × 20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维生素E × 50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原花青素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最强天然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抗氧化剂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佐药使命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清除自由基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抗氧化 · 抗衰老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7/19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B3A2A"/>
              </a:gs>
              <a:gs pos="100000">
                <a:srgbClr val="1B3A2A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🌾 使 · 亚麻籽油 —— 引导入血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Omega-3 → 溶栓通脉 · 润肠调眠 · 引导入血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400800" cy="457200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0"/>
              </a:spcAft>
              <a:defRPr sz="1600" b="1">
                <a:solidFill>
                  <a:srgbClr val="F0FDF4"/>
                </a:solidFill>
                <a:latin typeface="Microsoft YaHei"/>
              </a:defRPr>
            </a:pPr>
            <a:r>
              <a:t>🌾 使药地位：引导诸药入血、协同发挥整体功效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🔸 核心成分：Omega-3（α-亚麻酸约 55%）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陆地植物中 Omega-3 含量最高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人体必需脂肪酸，无法自行合成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🔸 溶栓通脉：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降低血液粘稠度，预防血栓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疏通血管，改善血液循环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🔸 润肠调眠：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润滑肠道，改善便秘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调节神经系统，改善睡眠质量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🔸 引导入血：引导其他三油成分进入血液，协同发挥功效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645920"/>
            <a:ext cx="3931920" cy="4572000"/>
          </a:xfrm>
          <a:prstGeom prst="roundRect">
            <a:avLst>
              <a:gd name="adj" fmla="val 5000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82880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  <a:defRPr sz="1600" b="1">
                <a:solidFill>
                  <a:srgbClr val="F0FDF4"/>
                </a:solidFill>
                <a:latin typeface="Microsoft YaHei"/>
              </a:defRPr>
            </a:pPr>
            <a:r>
              <a:t>💡 使药关键数据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Omega-3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α-亚麻酸 ≈55%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陆地最高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木酚素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其他植物油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75-800 倍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使药使命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溶栓通脉</a:t>
            </a:r>
          </a:p>
          <a:p>
            <a:pPr algn="l">
              <a:spcAft>
                <a:spcPts val="42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润肠调眠 · 引导入血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8/19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B3A2A"/>
              </a:gs>
              <a:gs pos="100000">
                <a:srgbClr val="1B3A2A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🔬 清·护·调·养 四位一体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黄金配比 + 恒温发酵 → 四油协同的完整健康方案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645920"/>
            <a:ext cx="2788920" cy="320040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278892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828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59669"/>
                </a:solidFill>
                <a:latin typeface="Microsoft YaHei"/>
              </a:defRPr>
            </a:pPr>
            <a:r>
              <a:t>🧹 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240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清除坏油 · 自由基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65176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DF4"/>
                </a:solidFill>
                <a:latin typeface="Microsoft YaHei"/>
              </a:defRPr>
            </a:pPr>
            <a:r>
              <a:t>君+臣+佐协同</a:t>
            </a:r>
            <a:br/>
            <a:r>
              <a:t>清除体内饱和脂肪</a:t>
            </a:r>
            <a:br/>
            <a:r>
              <a:t>反式脂肪 · 自由基</a:t>
            </a:r>
            <a:br/>
            <a:r>
              <a:t>净化血液环境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645920"/>
            <a:ext cx="2788920" cy="320040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645920"/>
            <a:ext cx="27889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79" y="1828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C2626"/>
                </a:solidFill>
                <a:latin typeface="Microsoft YaHei"/>
              </a:defRPr>
            </a:pPr>
            <a:r>
              <a:t>🛡️ 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79" y="2240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护心养肝 · 护血管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79" y="265176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DF4"/>
                </a:solidFill>
                <a:latin typeface="Microsoft YaHei"/>
              </a:defRPr>
            </a:pPr>
            <a:r>
              <a:t>君·山茶籽油</a:t>
            </a:r>
            <a:br/>
            <a:r>
              <a:t>角鲨烯护心养肝</a:t>
            </a:r>
            <a:br/>
            <a:r>
              <a:t>原花青素+Omega-3</a:t>
            </a:r>
            <a:br/>
            <a:r>
              <a:t>双重保护心血管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2788920" cy="320040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645920"/>
            <a:ext cx="27889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828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  <a:latin typeface="Microsoft YaHei"/>
              </a:defRPr>
            </a:pPr>
            <a:r>
              <a:t>⚖️ 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240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调节代谢 · 化湿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65176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DF4"/>
                </a:solidFill>
                <a:latin typeface="Microsoft YaHei"/>
              </a:defRPr>
            </a:pPr>
            <a:r>
              <a:t>臣·紫苏籽油</a:t>
            </a:r>
            <a:br/>
            <a:r>
              <a:t>行气宽中 · 抗炎化湿</a:t>
            </a:r>
            <a:br/>
            <a:r>
              <a:t>辅助调节血脂血糖</a:t>
            </a:r>
            <a:br/>
            <a:r>
              <a:t>改善代谢综合征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1645920"/>
            <a:ext cx="2788920" cy="320040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9720" y="1645920"/>
            <a:ext cx="2788920" cy="54864"/>
          </a:xfrm>
          <a:prstGeom prst="rect">
            <a:avLst/>
          </a:prstGeom>
          <a:solidFill>
            <a:srgbClr val="256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1828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9EB"/>
                </a:solidFill>
                <a:latin typeface="Microsoft YaHei"/>
              </a:defRPr>
            </a:pPr>
            <a:r>
              <a:t>🌱 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240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滋养修复 · 抗衰老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65176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DF4"/>
                </a:solidFill>
                <a:latin typeface="Microsoft YaHei"/>
              </a:defRPr>
            </a:pPr>
            <a:r>
              <a:t>使+佐协同</a:t>
            </a:r>
            <a:br/>
            <a:r>
              <a:t>润肠调眠 · 滋养细胞</a:t>
            </a:r>
            <a:br/>
            <a:r>
              <a:t>抗衰老 · 增强免疫力</a:t>
            </a:r>
            <a:br/>
            <a:r>
              <a:t>长期养护身体根基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12064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21208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0"/>
              </a:spcAft>
              <a:defRPr sz="1600" b="1">
                <a:solidFill>
                  <a:srgbClr val="F0FDF4"/>
                </a:solidFill>
                <a:latin typeface="Microsoft YaHei"/>
              </a:defRPr>
            </a:pPr>
            <a:r>
              <a:t>⚗️ 黄金配比 + 恒温发酵工艺：四种籽油经过科学黄金配比，采用恒温发酵技术锁留活性成分，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  确保角鲨烯、α-亚麻酸、原花青素、Omega-3 等核心营养完整保留，实现「清·护·调·养」协同增效。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9/19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B3A2A"/>
              </a:gs>
              <a:gs pos="100000">
                <a:srgbClr val="1B3A2A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⚡ 四油合一：君臣佐使的协同效应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515600" cy="137160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9875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0"/>
              </a:spcAft>
              <a:defRPr sz="1600" b="1">
                <a:solidFill>
                  <a:srgbClr val="F0FDF4"/>
                </a:solidFill>
                <a:latin typeface="Microsoft YaHei"/>
              </a:defRPr>
            </a:pPr>
            <a:r>
              <a:t>💡 核心原理：四籽油丸遵循「君臣佐使」配伍，四种油各司其职、互相配合，通过黄金配比+恒温发酵实现协同增效。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🌿 君·山茶籽油（角鲨烯）→ 护心养肝打基础  |  🍃 臣·紫苏籽油（高亚麻酸）→ 行气宽中抗炎化湿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🍇 佐·葡萄籽油（原花青素）→ 清除自由基抗氧化  |  🌾 使·亚麻籽油（Omega-3）→ 溶栓通脉引导入血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2606040" cy="2834640"/>
          </a:xfrm>
          <a:prstGeom prst="roundRect">
            <a:avLst>
              <a:gd name="adj" fmla="val 5000"/>
            </a:avLst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291840"/>
            <a:ext cx="260604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🧹 清除坏油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2336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DF4"/>
                </a:solidFill>
                <a:latin typeface="Microsoft YaHei"/>
              </a:defRPr>
            </a:pPr>
            <a:r>
              <a:t>君+臣+佐：角鲨烯+亚麻酸+原花青素</a:t>
            </a:r>
            <a:br/>
            <a:r>
              <a:t>协同代谢坏油、清除自由基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3291840"/>
            <a:ext cx="2606040" cy="2834640"/>
          </a:xfrm>
          <a:prstGeom prst="roundRect">
            <a:avLst>
              <a:gd name="adj" fmla="val 5000"/>
            </a:avLst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39" y="3291840"/>
            <a:ext cx="26060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599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🛡️ 保护心脑血管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599" y="402336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DF4"/>
                </a:solidFill>
                <a:latin typeface="Microsoft YaHei"/>
              </a:defRPr>
            </a:pPr>
            <a:r>
              <a:t>君+使：角鲨烯护心 + Omega-3溶栓</a:t>
            </a:r>
            <a:br/>
            <a:r>
              <a:t>双重守护心脑血管健康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3291840"/>
            <a:ext cx="2606040" cy="2834640"/>
          </a:xfrm>
          <a:prstGeom prst="roundRect">
            <a:avLst>
              <a:gd name="adj" fmla="val 5000"/>
            </a:avLst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59" y="3291840"/>
            <a:ext cx="260604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⚖️ 调节代谢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02336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DF4"/>
                </a:solidFill>
                <a:latin typeface="Microsoft YaHei"/>
              </a:defRPr>
            </a:pPr>
            <a:r>
              <a:t>臣+佐：行气化湿 + 抗氧化</a:t>
            </a:r>
            <a:br/>
            <a:r>
              <a:t>综合改善代谢功能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3291840"/>
            <a:ext cx="2606040" cy="2834640"/>
          </a:xfrm>
          <a:prstGeom prst="roundRect">
            <a:avLst>
              <a:gd name="adj" fmla="val 5000"/>
            </a:avLst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3291840"/>
            <a:ext cx="2606040" cy="54864"/>
          </a:xfrm>
          <a:prstGeom prst="rect">
            <a:avLst/>
          </a:prstGeom>
          <a:solidFill>
            <a:srgbClr val="256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🌱 滋养抗衰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02336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DF4"/>
                </a:solidFill>
                <a:latin typeface="Microsoft YaHei"/>
              </a:defRPr>
            </a:pPr>
            <a:r>
              <a:t>四油协同：黄金配比恒温发酵</a:t>
            </a:r>
            <a:br/>
            <a:r>
              <a:t>长期滋养、延缓衰老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10/19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B3A2A"/>
              </a:gs>
              <a:gs pos="100000">
                <a:srgbClr val="1B3A2A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🔄 "以油去油"的科学原理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好油如何帮助身体排出坏油？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651760" cy="274320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6517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59669"/>
                </a:solidFill>
                <a:latin typeface="Microsoft YaHei"/>
              </a:defRPr>
            </a:pPr>
            <a:r>
              <a:t>1️⃣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摄入好油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260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FDF4"/>
                </a:solidFill>
                <a:latin typeface="Microsoft YaHei"/>
              </a:defRPr>
            </a:pPr>
            <a:r>
              <a:t>四籽油丸富含</a:t>
            </a:r>
            <a:br/>
            <a:r>
              <a:t>不饱和脂肪酸</a:t>
            </a:r>
            <a:br/>
            <a:r>
              <a:t>（Omega-3/6/9）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828800"/>
            <a:ext cx="2651760" cy="274320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828800"/>
            <a:ext cx="265176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  <a:latin typeface="Microsoft YaHei"/>
              </a:defRPr>
            </a:pPr>
            <a:r>
              <a:t>2️⃣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进入血液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9260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FDF4"/>
                </a:solidFill>
                <a:latin typeface="Microsoft YaHei"/>
              </a:defRPr>
            </a:pPr>
            <a:r>
              <a:t>恒温发酵小分子</a:t>
            </a:r>
            <a:br/>
            <a:r>
              <a:t>快速被肠道吸收</a:t>
            </a:r>
            <a:br/>
            <a:r>
              <a:t>进入血液循环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1828800"/>
            <a:ext cx="2651760" cy="274320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59" y="1828800"/>
            <a:ext cx="26517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C3AED"/>
                </a:solidFill>
                <a:latin typeface="Microsoft YaHei"/>
              </a:defRPr>
            </a:pPr>
            <a:r>
              <a:t>3️⃣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替换坏油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9260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FDF4"/>
                </a:solidFill>
                <a:latin typeface="Microsoft YaHei"/>
              </a:defRPr>
            </a:pPr>
            <a:r>
              <a:t>不饱和脂肪酸</a:t>
            </a:r>
            <a:br/>
            <a:r>
              <a:t>竞争性替换</a:t>
            </a:r>
            <a:br/>
            <a:r>
              <a:t>饱和脂肪和反式脂肪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19" y="1828800"/>
            <a:ext cx="2651760" cy="274320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9719" y="1828800"/>
            <a:ext cx="2651760" cy="54864"/>
          </a:xfrm>
          <a:prstGeom prst="rect">
            <a:avLst/>
          </a:prstGeom>
          <a:solidFill>
            <a:srgbClr val="256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9EB"/>
                </a:solidFill>
                <a:latin typeface="Microsoft YaHei"/>
              </a:defRPr>
            </a:pPr>
            <a:r>
              <a:t>4️⃣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代谢排出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9260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FDF4"/>
                </a:solidFill>
                <a:latin typeface="Microsoft YaHei"/>
              </a:defRPr>
            </a:pPr>
            <a:r>
              <a:t>被替换的坏油</a:t>
            </a:r>
            <a:br/>
            <a:r>
              <a:t>通过肝脏代谢</a:t>
            </a:r>
            <a:br/>
            <a:r>
              <a:t>随胆汁排出体外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2743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2743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743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02920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12064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75"/>
              </a:spcAft>
              <a:defRPr sz="1700" b="1">
                <a:solidFill>
                  <a:srgbClr val="F0FDF4"/>
                </a:solidFill>
                <a:latin typeface="Microsoft YaHei"/>
              </a:defRPr>
            </a:pPr>
            <a:r>
              <a:t>📌「清·护·调·养」四步对应：清（替换坏油）→ 护（保护血管）→ 调（调节代谢）→ 养（滋养修复），</a:t>
            </a:r>
          </a:p>
          <a:p>
            <a:pPr algn="l">
              <a:spcAft>
                <a:spcPts val="375"/>
              </a:spcAft>
              <a:defRPr sz="1500">
                <a:solidFill>
                  <a:srgbClr val="F0FDF4"/>
                </a:solidFill>
                <a:latin typeface="Microsoft YaHei"/>
              </a:defRPr>
            </a:pPr>
            <a:r>
              <a:t>    君药打基础、臣药辅佐、佐药制衡、使药引导——四油协同完成"以油去油"。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11/19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B3A2A"/>
              </a:gs>
              <a:gs pos="100000">
                <a:srgbClr val="1B3A2A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❓ 为什么需要"以油去油"？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现代人饮食中的油脂危机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457200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500" b="1">
                <a:solidFill>
                  <a:srgbClr val="F0FDF4"/>
                </a:solidFill>
                <a:latin typeface="Microsoft YaHei"/>
              </a:defRPr>
            </a:pPr>
            <a:r>
              <a:t>🚨 现代饮食中的"坏油"从哪来？</a:t>
            </a:r>
          </a:p>
          <a:p>
            <a:pPr algn="l">
              <a:spcAft>
                <a:spcPts val="259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259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  <a:r>
              <a:t>🔴 饱和脂肪过量：</a:t>
            </a:r>
          </a:p>
          <a:p>
            <a:pPr algn="l">
              <a:spcAft>
                <a:spcPts val="259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  <a:r>
              <a:t>  • 红肉、肥肉、全脂奶制品</a:t>
            </a:r>
          </a:p>
          <a:p>
            <a:pPr algn="l">
              <a:spcAft>
                <a:spcPts val="259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  <a:r>
              <a:t>  • 椰子油、棕榈油（加工食品）</a:t>
            </a:r>
          </a:p>
          <a:p>
            <a:pPr algn="l">
              <a:spcAft>
                <a:spcPts val="259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259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  <a:r>
              <a:t>🔴 反式脂肪：</a:t>
            </a:r>
          </a:p>
          <a:p>
            <a:pPr algn="l">
              <a:spcAft>
                <a:spcPts val="259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  <a:r>
              <a:t>  • 油炸食品、烘焙糕点</a:t>
            </a:r>
          </a:p>
          <a:p>
            <a:pPr algn="l">
              <a:spcAft>
                <a:spcPts val="259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  <a:r>
              <a:t>  • 人造黄油、起酥油</a:t>
            </a:r>
          </a:p>
          <a:p>
            <a:pPr algn="l">
              <a:spcAft>
                <a:spcPts val="259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  <a:r>
              <a:t>  • 奶茶、速食、零食</a:t>
            </a:r>
          </a:p>
          <a:p>
            <a:pPr algn="l">
              <a:spcAft>
                <a:spcPts val="259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259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  <a:r>
              <a:t>🔴 Omega-6 过量：</a:t>
            </a:r>
          </a:p>
          <a:p>
            <a:pPr algn="l">
              <a:spcAft>
                <a:spcPts val="259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  <a:r>
              <a:t>  • 大豆油、玉米油（外卖常用）</a:t>
            </a:r>
          </a:p>
          <a:p>
            <a:pPr algn="l">
              <a:spcAft>
                <a:spcPts val="259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259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  <a:r>
              <a:t>⚠️ 国人 Omega-6:Omega-3 = 20:1</a:t>
            </a:r>
          </a:p>
          <a:p>
            <a:pPr algn="l">
              <a:spcAft>
                <a:spcPts val="259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  <a:r>
              <a:t>    理想比例应为 4:1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5029200" cy="4572000"/>
          </a:xfrm>
          <a:prstGeom prst="roundRect">
            <a:avLst>
              <a:gd name="adj" fmla="val 5000"/>
            </a:avLst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82880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500" b="1">
                <a:solidFill>
                  <a:srgbClr val="F0FDF4"/>
                </a:solidFill>
                <a:latin typeface="Microsoft YaHei"/>
              </a:defRPr>
            </a:pPr>
            <a:r>
              <a:t>✅ 四籽油丸 · 君臣佐使方案</a:t>
            </a:r>
          </a:p>
          <a:p>
            <a:pPr algn="l">
              <a:spcAft>
                <a:spcPts val="259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259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  <a:r>
              <a:t>🌿 君·山茶籽油</a:t>
            </a:r>
          </a:p>
          <a:p>
            <a:pPr algn="l">
              <a:spcAft>
                <a:spcPts val="259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  <a:r>
              <a:t>  角鲨烯 → 护心养肝打基础</a:t>
            </a:r>
          </a:p>
          <a:p>
            <a:pPr algn="l">
              <a:spcAft>
                <a:spcPts val="259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259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  <a:r>
              <a:t>🍃 臣·紫苏籽油</a:t>
            </a:r>
          </a:p>
          <a:p>
            <a:pPr algn="l">
              <a:spcAft>
                <a:spcPts val="259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  <a:r>
              <a:t>  高亚麻酸 → 行气宽中抗炎化湿</a:t>
            </a:r>
          </a:p>
          <a:p>
            <a:pPr algn="l">
              <a:spcAft>
                <a:spcPts val="259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259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  <a:r>
              <a:t>🍇 佐·葡萄籽油</a:t>
            </a:r>
          </a:p>
          <a:p>
            <a:pPr algn="l">
              <a:spcAft>
                <a:spcPts val="259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  <a:r>
              <a:t>  原花青素 → 清除自由基抗氧化</a:t>
            </a:r>
          </a:p>
          <a:p>
            <a:pPr algn="l">
              <a:spcAft>
                <a:spcPts val="259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259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  <a:r>
              <a:t>🌾 使·亚麻籽油</a:t>
            </a:r>
          </a:p>
          <a:p>
            <a:pPr algn="l">
              <a:spcAft>
                <a:spcPts val="259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  <a:r>
              <a:t>  Omega-3 → 溶栓通脉引导入血</a:t>
            </a:r>
          </a:p>
          <a:p>
            <a:pPr algn="l">
              <a:spcAft>
                <a:spcPts val="259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259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  <a:r>
              <a:t>⚗️ 黄金配比 + 恒温发酵</a:t>
            </a:r>
          </a:p>
          <a:p>
            <a:pPr algn="l">
              <a:spcAft>
                <a:spcPts val="259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  <a:r>
              <a:t>  → 清·护·调·养 四位一体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12/19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B3A2A"/>
              </a:gs>
              <a:gs pos="100000">
                <a:srgbClr val="1B3A2A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👥 谁最需要四籽油丸？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566160" cy="210312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🫀 三高/四高人群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DF4"/>
                </a:solidFill>
                <a:latin typeface="Microsoft YaHei"/>
              </a:defRPr>
            </a:pPr>
            <a:r>
              <a:t>高血压、高血脂、高血糖、高尿酸</a:t>
            </a:r>
            <a:br/>
            <a:r>
              <a:t>需要辅助调理代谢指标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645920"/>
            <a:ext cx="3566160" cy="210312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🍔 饮食不规律者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3774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DF4"/>
                </a:solidFill>
                <a:latin typeface="Microsoft YaHei"/>
              </a:defRPr>
            </a:pPr>
            <a:r>
              <a:t>经常外卖、油炸食品</a:t>
            </a:r>
            <a:br/>
            <a:r>
              <a:t>Omega-6过多、Omega-3不足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645920"/>
            <a:ext cx="3566160" cy="210312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9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👴 中老年人群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9" y="23774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DF4"/>
                </a:solidFill>
                <a:latin typeface="Microsoft YaHei"/>
              </a:defRPr>
            </a:pPr>
            <a:r>
              <a:t>新陈代谢减缓</a:t>
            </a:r>
            <a:br/>
            <a:r>
              <a:t>心血管功能自然衰退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3566160" cy="210312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60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💼 高压工作者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DF4"/>
                </a:solidFill>
                <a:latin typeface="Microsoft YaHei"/>
              </a:defRPr>
            </a:pPr>
            <a:r>
              <a:t>长期熬夜、压力大</a:t>
            </a:r>
            <a:br/>
            <a:r>
              <a:t>慢性炎症水平偏高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4023360"/>
            <a:ext cx="3566160" cy="210312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4160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🏃 关注健康人群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47548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DF4"/>
                </a:solidFill>
                <a:latin typeface="Microsoft YaHei"/>
              </a:defRPr>
            </a:pPr>
            <a:r>
              <a:t>主动管理健康</a:t>
            </a:r>
            <a:br/>
            <a:r>
              <a:t>希望通过饮食调理预防疾病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4023360"/>
            <a:ext cx="3566160" cy="210312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9" y="4160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👨‍👩‍👧 全家适用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9" y="47548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DF4"/>
                </a:solidFill>
                <a:latin typeface="Microsoft YaHei"/>
              </a:defRPr>
            </a:pPr>
            <a:r>
              <a:t>从年轻人到老年人</a:t>
            </a:r>
            <a:br/>
            <a:r>
              <a:t>日常膳食营养的有益补充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13/19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B3A2A"/>
              </a:gs>
              <a:gs pos="100000">
                <a:srgbClr val="1B3A2A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📚 科学依据与研究支持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515600" cy="82296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7190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Microsoft YaHei"/>
              </a:defRPr>
            </a:pPr>
            <a:r>
              <a:t>角鲨烯研究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02996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DF4"/>
                </a:solidFill>
                <a:latin typeface="Microsoft YaHei"/>
              </a:defRPr>
            </a:pPr>
            <a:r>
              <a:t>山茶油是角鲨烯含量最高的植物油之一。角鲨烯具有保肝护肝、促进肝细胞再生、提高血液携氧能力、增强免疫力等功能。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10515600" cy="822960"/>
          </a:xfrm>
          <a:prstGeom prst="roundRect">
            <a:avLst>
              <a:gd name="adj" fmla="val 5000"/>
            </a:avLst>
          </a:prstGeom>
          <a:solidFill>
            <a:srgbClr val="255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🏛️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791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Microsoft YaHei"/>
              </a:defRPr>
            </a:pPr>
            <a:r>
              <a:t>国家药食同源目录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9900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DF4"/>
                </a:solidFill>
                <a:latin typeface="Microsoft YaHei"/>
              </a:defRPr>
            </a:pPr>
            <a:r>
              <a:t>紫苏籽（臣药）被列入国家卫健委106种药食同源物质名单，是唯一上榜的油用种子。"解表散寒，行气和胃"。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10515600" cy="82296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6393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Microsoft YaHei"/>
              </a:defRPr>
            </a:pPr>
            <a:r>
              <a:t>原花青素（OPC）研究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95020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DF4"/>
                </a:solidFill>
                <a:latin typeface="Microsoft YaHei"/>
              </a:defRPr>
            </a:pPr>
            <a:r>
              <a:t>葡萄籽原花青素是自然界最强抗氧化剂之一，抗氧化力=维生素C×20、维生素E×50，能有效清除自由基。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80"/>
            <a:ext cx="10515600" cy="822960"/>
          </a:xfrm>
          <a:prstGeom prst="roundRect">
            <a:avLst>
              <a:gd name="adj" fmla="val 5000"/>
            </a:avLst>
          </a:prstGeom>
          <a:solidFill>
            <a:srgbClr val="255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994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Microsoft YaHei"/>
              </a:defRPr>
            </a:pPr>
            <a:r>
              <a:t>《亚麻籽油专家共识》(2025)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91032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DF4"/>
                </a:solidFill>
                <a:latin typeface="Microsoft YaHei"/>
              </a:defRPr>
            </a:pPr>
            <a:r>
              <a:t>亚麻籽油（使药）在降低炎症、改善血压、提升胰岛素敏感度方面呈现积极作用，Omega-3含量陆地最高。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486400"/>
            <a:ext cx="10515600" cy="82296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5778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5595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Microsoft YaHei"/>
              </a:defRPr>
            </a:pPr>
            <a:r>
              <a:t>《黄帝内经》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87044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DF4"/>
                </a:solidFill>
                <a:latin typeface="Microsoft YaHei"/>
              </a:defRPr>
            </a:pPr>
            <a:r>
              <a:t>"主病之谓君，佐君之谓臣，应臣之谓使"——君臣佐使配伍理论的源头，四籽油丸的配方哲学基础。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14/19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B3A2A"/>
              </a:gs>
              <a:gs pos="100000">
                <a:srgbClr val="1B3A2A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💊 服用方法与建议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57200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0"/>
              </a:spcAft>
              <a:defRPr sz="1600" b="1">
                <a:solidFill>
                  <a:srgbClr val="F0FDF4"/>
                </a:solidFill>
                <a:latin typeface="Microsoft YaHei"/>
              </a:defRPr>
            </a:pPr>
            <a:r>
              <a:t>📋 建议服用方案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⏰ 服用时间：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随餐或餐后服用，利于吸收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建议早晚各一次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💊 建议用量：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按产品说明服用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一般每日 2-4 粒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💧 配合饮水：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温水送服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📅 服用周期：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建议连续服用3个月为一个周期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长期服用效果更佳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645920"/>
            <a:ext cx="5029200" cy="4572000"/>
          </a:xfrm>
          <a:prstGeom prst="roundRect">
            <a:avLst>
              <a:gd name="adj" fmla="val 5000"/>
            </a:avLst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82880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0"/>
              </a:spcAft>
              <a:defRPr sz="1600" b="1">
                <a:solidFill>
                  <a:srgbClr val="F0FDF4"/>
                </a:solidFill>
                <a:latin typeface="Microsoft YaHei"/>
              </a:defRPr>
            </a:pPr>
            <a:r>
              <a:t>⚠️ 注意事项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🔴 重要提示：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四籽油丸为膳食补充剂，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不能替代药物治疗！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❌ 不适用人群：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对任何成分过敏者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孕妇及哺乳期（遵医嘱）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⚠️ 正在服药者：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如正在服用降压药、降糖药、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  降脂药，请咨询医生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📌 存储方式：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阴凉干燥处保存</a:t>
            </a:r>
          </a:p>
          <a:p>
            <a:pPr algn="l">
              <a:spcAft>
                <a:spcPts val="350"/>
              </a:spcAft>
              <a:defRPr sz="1400">
                <a:solidFill>
                  <a:srgbClr val="F0FDF4"/>
                </a:solidFill>
                <a:latin typeface="Microsoft YaHei"/>
              </a:defRPr>
            </a:pPr>
            <a:r>
              <a:t>  • 避免阳光直射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15/19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B3A2A"/>
              </a:gs>
              <a:gs pos="100000">
                <a:srgbClr val="1B3A2A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💬 用户体验分享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515600" cy="141732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👨‍💼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张先生，52岁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057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9E0B"/>
                </a:solidFill>
                <a:latin typeface="Microsoft YaHei"/>
              </a:defRPr>
            </a:pPr>
            <a:r>
              <a:t>企业高管，长期应酬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59E0B"/>
                </a:solidFill>
                <a:latin typeface="Microsoft YaHei"/>
              </a:defRPr>
            </a:pPr>
            <a:r>
              <a:t>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DF4"/>
                </a:solidFill>
                <a:latin typeface="Microsoft YaHei"/>
              </a:defRPr>
            </a:pPr>
            <a:r>
              <a:t>"服用四籽油丸三个月后，体检报告的血脂指标明显改善，精神状态也比以前好了很多。"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46120"/>
            <a:ext cx="10515600" cy="141732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832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👩‍🍳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337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李阿姨，60岁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9E0B"/>
                </a:solidFill>
                <a:latin typeface="Microsoft YaHei"/>
              </a:defRPr>
            </a:pPr>
            <a:r>
              <a:t>退休教师，三高多年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59E0B"/>
                </a:solidFill>
                <a:latin typeface="Microsoft YaHei"/>
              </a:defRPr>
            </a:pPr>
            <a:r>
              <a:t>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383279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DF4"/>
                </a:solidFill>
                <a:latin typeface="Microsoft YaHei"/>
              </a:defRPr>
            </a:pPr>
            <a:r>
              <a:t>"血压比以前稳定了，不用总往医院跑了。关键是纯天然的，吃着放心。"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46320"/>
            <a:ext cx="10515600" cy="141732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983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👩‍💻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9377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王女士，38岁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257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9E0B"/>
                </a:solidFill>
                <a:latin typeface="Microsoft YaHei"/>
              </a:defRPr>
            </a:pPr>
            <a:r>
              <a:t>白领，长期外卖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84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59E0B"/>
                </a:solidFill>
                <a:latin typeface="Microsoft YaHei"/>
              </a:defRPr>
            </a:pPr>
            <a:r>
              <a:t>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9834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DF4"/>
                </a:solidFill>
                <a:latin typeface="Microsoft YaHei"/>
              </a:defRPr>
            </a:pPr>
            <a:r>
              <a:t>"以前总感觉疲惫，脸色也不好。朋友推荐四籽油丸后，皮肤状态明显改善，精力也充沛了。"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16/19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B3A2A"/>
              </a:gs>
              <a:gs pos="100000">
                <a:srgbClr val="1B3A2A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❓ 常见问题 FAQ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515600" cy="82296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Q: 四籽油丸是药吗？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DF4"/>
                </a:solidFill>
                <a:latin typeface="Microsoft YaHei"/>
              </a:defRPr>
            </a:pPr>
            <a:r>
              <a:t>A: 不是。四籽油丸属于膳食补充剂/健康食品，不能替代药物治疗。已确诊疾病请遵医嘱。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10515600" cy="822960"/>
          </a:xfrm>
          <a:prstGeom prst="roundRect">
            <a:avLst>
              <a:gd name="adj" fmla="val 5000"/>
            </a:avLst>
          </a:prstGeom>
          <a:solidFill>
            <a:srgbClr val="255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877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Q: 君臣佐使是什么意思？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98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DF4"/>
                </a:solidFill>
                <a:latin typeface="Microsoft YaHei"/>
              </a:defRPr>
            </a:pPr>
            <a:r>
              <a:t>A: 源自《黄帝内经》的配伍理论。君（山茶籽油·角鲨烯）打基础、臣（紫苏籽油·高亚麻酸）辅佐、佐（葡萄籽油·原花青素）制衡、使（亚麻籽油·Omega-3）引导入血。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10515600" cy="82296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478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Q: 什么是"清护调养"？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587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DF4"/>
                </a:solidFill>
                <a:latin typeface="Microsoft YaHei"/>
              </a:defRPr>
            </a:pPr>
            <a:r>
              <a:t>A: 清=清除坏油自由基、护=护心养肝护血管、调=调节代谢化湿、养=滋养修复抗衰老，四位一体。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34840"/>
            <a:ext cx="10515600" cy="822960"/>
          </a:xfrm>
          <a:prstGeom prst="roundRect">
            <a:avLst>
              <a:gd name="adj" fmla="val 5000"/>
            </a:avLst>
          </a:prstGeom>
          <a:solidFill>
            <a:srgbClr val="255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079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Q: 恒温发酵工艺有什么优势？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188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DF4"/>
                </a:solidFill>
                <a:latin typeface="Microsoft YaHei"/>
              </a:defRPr>
            </a:pPr>
            <a:r>
              <a:t>A: 相比传统冷榨，恒温发酵能更完整地保留角鲨烯、原花青素等活性成分，生成小分子更易吸收。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94960"/>
            <a:ext cx="10515600" cy="82296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681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Q: 需要吃多久才有效？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790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DF4"/>
                </a:solidFill>
                <a:latin typeface="Microsoft YaHei"/>
              </a:defRPr>
            </a:pPr>
            <a:r>
              <a:t>A: 因人而异。一般建议连续服用3个月为一个周期，部分人1-2个月即可感受到变化。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17/19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B3A2A"/>
              </a:gs>
              <a:gs pos="100000">
                <a:srgbClr val="1B3A2A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👑 四籽油丸 · 君臣佐使 + 清护调养 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黄金配比 · 恒温发酵 · 四位一体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645920"/>
            <a:ext cx="2743200" cy="1828800"/>
          </a:xfrm>
          <a:prstGeom prst="roundRect">
            <a:avLst/>
          </a:prstGeom>
          <a:solidFill>
            <a:srgbClr val="224D38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59669"/>
                </a:solidFill>
              </a:defRPr>
            </a:pPr>
            <a:r>
              <a:t>🌿 君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山茶籽油</a:t>
            </a:r>
          </a:p>
          <a:p>
            <a:pPr algn="ctr">
              <a:defRPr sz="1200">
                <a:solidFill>
                  <a:srgbClr val="6B7280"/>
                </a:solidFill>
              </a:defRPr>
            </a:pPr>
            <a:r>
              <a:t>角鲨烯</a:t>
            </a:r>
            <a:br/>
            <a:r>
              <a:t>护心养肝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645920"/>
            <a:ext cx="2743200" cy="1828800"/>
          </a:xfrm>
          <a:prstGeom prst="roundRect">
            <a:avLst/>
          </a:prstGeom>
          <a:solidFill>
            <a:srgbClr val="224D38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C2626"/>
                </a:solidFill>
              </a:defRPr>
            </a:pPr>
            <a:r>
              <a:t>🍃 臣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紫苏籽油</a:t>
            </a:r>
          </a:p>
          <a:p>
            <a:pPr algn="ctr">
              <a:defRPr sz="1200">
                <a:solidFill>
                  <a:srgbClr val="6B7280"/>
                </a:solidFill>
              </a:defRPr>
            </a:pPr>
            <a:r>
              <a:t>高亚麻酸</a:t>
            </a:r>
            <a:br/>
            <a:r>
              <a:t>行气宽中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743200" cy="1828800"/>
          </a:xfrm>
          <a:prstGeom prst="roundRect">
            <a:avLst/>
          </a:prstGeom>
          <a:solidFill>
            <a:srgbClr val="224D38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7C3AED"/>
                </a:solidFill>
              </a:defRPr>
            </a:pPr>
            <a:r>
              <a:t>🍇 佐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葡萄籽油</a:t>
            </a:r>
          </a:p>
          <a:p>
            <a:pPr algn="ctr">
              <a:defRPr sz="1200">
                <a:solidFill>
                  <a:srgbClr val="6B7280"/>
                </a:solidFill>
              </a:defRPr>
            </a:pPr>
            <a:r>
              <a:t>原花青素</a:t>
            </a:r>
            <a:br/>
            <a:r>
              <a:t>抗氧化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20" y="1645920"/>
            <a:ext cx="2743200" cy="1828800"/>
          </a:xfrm>
          <a:prstGeom prst="roundRect">
            <a:avLst/>
          </a:prstGeom>
          <a:solidFill>
            <a:srgbClr val="224D38"/>
          </a:solidFill>
          <a:ln w="25400">
            <a:solidFill>
              <a:srgbClr val="256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569EB"/>
                </a:solidFill>
              </a:defRPr>
            </a:pPr>
            <a:r>
              <a:t>🌾 使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亚麻籽油</a:t>
            </a:r>
          </a:p>
          <a:p>
            <a:pPr algn="ctr">
              <a:defRPr sz="1200">
                <a:solidFill>
                  <a:srgbClr val="6B7280"/>
                </a:solidFill>
              </a:defRPr>
            </a:pPr>
            <a:r>
              <a:t>Omega-3</a:t>
            </a:r>
            <a:br/>
            <a:r>
              <a:t>引导入血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840480"/>
            <a:ext cx="27432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🧹 清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清除坏油</a:t>
            </a:r>
            <a:br/>
            <a:r>
              <a:t>自由基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3840480"/>
            <a:ext cx="2743200" cy="1645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🛡️ 护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护心养肝</a:t>
            </a:r>
            <a:br/>
            <a:r>
              <a:t>护血管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40480"/>
            <a:ext cx="2743200" cy="1645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⚖️ 调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调节代谢</a:t>
            </a:r>
            <a:br/>
            <a:r>
              <a:t>抗炎化湿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3840480"/>
            <a:ext cx="2743200" cy="1645920"/>
          </a:xfrm>
          <a:prstGeom prst="roundRect">
            <a:avLst/>
          </a:prstGeom>
          <a:solidFill>
            <a:srgbClr val="256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🌱 养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滋养修复</a:t>
            </a:r>
            <a:br/>
            <a:r>
              <a:t>抗衰老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760720"/>
            <a:ext cx="10515600" cy="731520"/>
          </a:xfrm>
          <a:prstGeom prst="roundRect">
            <a:avLst>
              <a:gd name="adj" fmla="val 5000"/>
            </a:avLst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85216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19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⚗️ 黄金配比 + 恒温发酵工艺 → 君臣佐使配伍 → 「清·护·调·养」四位一体 → 全面守护健康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18/19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B3A2A"/>
              </a:gs>
              <a:gs pos="100000">
                <a:srgbClr val="0E5E4A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371600"/>
            <a:ext cx="4572000" cy="4572000"/>
          </a:xfrm>
          <a:prstGeom prst="ellipse">
            <a:avLst/>
          </a:prstGeom>
          <a:solidFill>
            <a:srgbClr val="0E7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0" y="3657600"/>
            <a:ext cx="3657600" cy="3657600"/>
          </a:xfrm>
          <a:prstGeom prst="ellipse">
            <a:avLst/>
          </a:prstGeom>
          <a:solidFill>
            <a:srgbClr val="156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四籽油丸 —— 君臣佐使 · 清护调养 · 守护健康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515600" cy="2926080"/>
          </a:xfrm>
          <a:prstGeom prst="roundRect">
            <a:avLst>
              <a:gd name="adj" fmla="val 5000"/>
            </a:avLst>
          </a:prstGeom>
          <a:solidFill>
            <a:srgbClr val="22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500" b="1">
                <a:solidFill>
                  <a:srgbClr val="F0FDF4"/>
                </a:solidFill>
                <a:latin typeface="Microsoft YaHei"/>
              </a:defRPr>
            </a:pPr>
            <a:r>
              <a:t>📌 核心要点回顾</a:t>
            </a:r>
          </a:p>
          <a:p>
            <a:pPr algn="l">
              <a:spcAft>
                <a:spcPts val="390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390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  <a:r>
              <a:t>🌿 君 · 山茶籽油（角鲨烯）→ 护心养肝 · 强氧护血管 · 为配方打下基础</a:t>
            </a:r>
          </a:p>
          <a:p>
            <a:pPr algn="l">
              <a:spcAft>
                <a:spcPts val="390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  <a:r>
              <a:t>🍃 臣 · 紫苏籽油（高亚麻酸）→ 行气宽中 · 抗炎化湿 · 协助君药发挥作用</a:t>
            </a:r>
          </a:p>
          <a:p>
            <a:pPr algn="l">
              <a:spcAft>
                <a:spcPts val="390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  <a:r>
              <a:t>🍇 佐 · 葡萄籽油（原花青素）→ 清除自由基 · 抗氧化 · 抗衰老</a:t>
            </a:r>
          </a:p>
          <a:p>
            <a:pPr algn="l">
              <a:spcAft>
                <a:spcPts val="390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  <a:r>
              <a:t>🌾 使 · 亚麻籽油（Omega-3）→ 溶栓通脉 · 润肠调眠 · 引导入血</a:t>
            </a:r>
          </a:p>
          <a:p>
            <a:pPr algn="l">
              <a:spcAft>
                <a:spcPts val="390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</a:p>
          <a:p>
            <a:pPr algn="l">
              <a:spcAft>
                <a:spcPts val="390"/>
              </a:spcAft>
              <a:defRPr sz="1300">
                <a:solidFill>
                  <a:srgbClr val="F0FDF4"/>
                </a:solidFill>
                <a:latin typeface="Microsoft YaHei"/>
              </a:defRPr>
            </a:pPr>
            <a:r>
              <a:t>⚗️ 黄金配比 + 恒温发酵 → 「清·护·调·养」四位一体 → 1+1+1+1 &gt;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4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🌟 从今天开始，用君臣佐使的配伍智慧 + 清护调养的四位一体方案，为你的健康加分！</a:t>
            </a:r>
          </a:p>
          <a:p>
            <a:pPr algn="ctr">
              <a:spcAft>
                <a:spcPts val="54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四籽油丸 —— 四种籽油，四种角色，一个完整的健康方案。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Frankie Tsang · 健康培训课程  |  感谢聆听 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19/19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