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5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645920"/>
            <a:ext cx="73152" cy="201168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TQUK 家长教练培训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2011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当今家长面临的困难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9728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· 认识问题，直面挑战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3天2夜家长教练课程 · 第一部分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今天的目标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828800" cy="36576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371600"/>
            <a:ext cx="365760" cy="36576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5331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12801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认清当今家长面临的真实困境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057400"/>
            <a:ext cx="365760" cy="36576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3911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19659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理解孩子行为背后的心理需求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2743200"/>
            <a:ext cx="365760" cy="36576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72491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26517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意识到旧方法不管用的原因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3429000"/>
            <a:ext cx="365760" cy="36576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41071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33375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建立「先理解，再引导」的思维框架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" y="4114800"/>
            <a:ext cx="365760" cy="36576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09651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40233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为接下来两天的学习做好准备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5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时代变了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371600" cy="36576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为什么今天的家长比以往任何时候都更难？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920240" cy="2377440"/>
          </a:xfrm>
          <a:prstGeom prst="rect">
            <a:avLst/>
          </a:prstGeom>
          <a:solidFill>
            <a:srgbClr val="C2410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286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数字时代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83464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孩子从小接触屏幕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7小时/天平均屏幕时间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51760" y="2103120"/>
            <a:ext cx="1920240" cy="2377440"/>
          </a:xfrm>
          <a:prstGeom prst="rect">
            <a:avLst/>
          </a:prstGeom>
          <a:solidFill>
            <a:srgbClr val="C2410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88920" y="2286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 家庭结构变化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788920" y="283464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双职工家庭增多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陪伴时间大幅减少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2103120"/>
            <a:ext cx="1920240" cy="2377440"/>
          </a:xfrm>
          <a:prstGeom prst="rect">
            <a:avLst/>
          </a:prstGeom>
          <a:solidFill>
            <a:srgbClr val="C2410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92040" y="2286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教育压力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92040" y="283464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竞争提前到幼儿园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家长焦虑传导给孩子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0" y="2103120"/>
            <a:ext cx="1920240" cy="2377440"/>
          </a:xfrm>
          <a:prstGeom prst="rect">
            <a:avLst/>
          </a:prstGeom>
          <a:solidFill>
            <a:srgbClr val="C2410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95160" y="2286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心理健康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995160" y="283464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儿童焦虑增长30%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情绪问题日益突出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663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不是家长变差了，是环境变复杂了。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困境一：屏幕时间失控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828800" cy="36576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3840480" cy="3291840"/>
          </a:xfrm>
          <a:prstGeom prst="rect">
            <a:avLst/>
          </a:prstGeom>
          <a:solidFill>
            <a:srgbClr val="FFF7E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数据说话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儿童平均每天屏幕时间：7小时+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40%的家长因屏幕问题与孩子发生冲突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过度屏幕与焦虑、注意力下降直接相关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7033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「放下手机」是家庭矛盾第一导火索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3840480" cy="329184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🎬 视频案例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2024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播放视频：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一个家庭因手机引发的冲突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讨论：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你看到了什么？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这个场景熟悉吗？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你的第一反应会是什么？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困境二：亲子沟通断裂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828800" cy="36576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3840480" cy="3291840"/>
          </a:xfrm>
          <a:prstGeom prst="rect">
            <a:avLst/>
          </a:prstGeom>
          <a:solidFill>
            <a:srgbClr val="FFF7E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数据说话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60%的青少年觉得父母「不理解自己」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每天亲子深度对话平均不到8分钟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「跟你说了你也不懂」是最常听到的话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7033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沟通方式：说教 &gt; 倾听，命令 &gt; 商量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3840480" cy="329184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🎬 视频案例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2024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播放视频：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一次失败的亲子对话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讨论：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谁对谁错？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对话从哪里开始走偏？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如果换一种语气会怎样？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困境三：情绪管理失控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828800" cy="36576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3840480" cy="3291840"/>
          </a:xfrm>
          <a:prstGeom prst="rect">
            <a:avLst/>
          </a:prstGeom>
          <a:solidFill>
            <a:srgbClr val="FFF7E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数据说话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儿童焦虑率增长30%（疫情后）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55%的青少年有气候焦虑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孩子发脾气 → 家长发脾气 → 恶性循环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7033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家长自己也在情绪崩溃的边缘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3840480" cy="329184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🎬 视频案例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2024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播放视频：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孩子情绪崩溃，家长如何反应？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讨论：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家长的反应是帮助还是火上浇油？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你自己在类似情况下怎么做？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有没有更好的方式？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困境四：学业与竞争压力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828800" cy="36576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3840480" cy="3291840"/>
          </a:xfrm>
          <a:prstGeom prst="rect">
            <a:avLst/>
          </a:prstGeom>
          <a:solidFill>
            <a:srgbClr val="FFF7E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数据说话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85%的未来工作需要AI素养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家长焦虑 → 补习班 → 孩子反感 → 成绩下滑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「为你好」成为亲子关系最大杀手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7033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英国5,866名家长调查：学业是最大压力源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3840480" cy="329184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🎬 视频案例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2024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播放视频：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一个被补习班填满的孩子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讨论：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这是爱还是压力？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边界在哪里？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你的孩子有没有说过「我好累」？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困境五：行为与纪律问题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828800" cy="36576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3840480" cy="3291840"/>
          </a:xfrm>
          <a:prstGeom prst="rect">
            <a:avLst/>
          </a:prstGeom>
          <a:solidFill>
            <a:srgbClr val="FFF7E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数据说话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英国求助热线：家庭暴力行为咨询激增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「打也打了，骂也骂了，没用」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惩罚短期有效，长期破坏亲子关系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7033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孩子的不良行为往往是求助信号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3840480" cy="329184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🎬 视频案例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2024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播放视频：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一个「不听话」的孩子背后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讨论：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行为背后是什么？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惩罚真的有用吗？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你小时候被怎么对待的？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困境六：社交能力下降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828800" cy="36576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3840480" cy="3291840"/>
          </a:xfrm>
          <a:prstGeom prst="rect">
            <a:avLst/>
          </a:prstGeom>
          <a:solidFill>
            <a:srgbClr val="FFF7E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数据说话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面对面共情能力下降25%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孩子在线上聊天，线下不知怎么开口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冲突解决能力不足——稍不顺心就爆发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7033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兄弟姐妹之间的相处也越来越难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3840480" cy="329184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🎬 视频案例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2024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播放视频：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两个孩子在争抢玩具/手机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讨论：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你平时怎么处理孩子间的冲突？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你是裁判还是引导者？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孩子们从冲突中学到了什么？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5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为什么旧方法不管用了？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371600" cy="36576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8046720" cy="777240"/>
          </a:xfrm>
          <a:prstGeom prst="rect">
            <a:avLst/>
          </a:prstGeom>
          <a:solidFill>
            <a:srgbClr val="C2410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4447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「我小时候也这样」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75564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时代不同了。你小时候没有智能手机，没有社交媒体，没有24小时在线压力。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8046720" cy="777240"/>
          </a:xfrm>
          <a:prstGeom prst="rect">
            <a:avLst/>
          </a:prstGeom>
          <a:solidFill>
            <a:srgbClr val="C2410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3591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「打一顿就好了」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67004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惩罚只能停止行为，不能教会孩子怎么做才对。长期惩罚破坏信任，让孩子学会隐瞒。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8046720" cy="777240"/>
          </a:xfrm>
          <a:prstGeom prst="rect">
            <a:avLst/>
          </a:prstGeom>
          <a:solidFill>
            <a:srgbClr val="C2410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2735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「我都是为你好」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358444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这句话的潜台词是「你不懂，我来替你做决定」。孩子感受到的是不被尊重，不是爱。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8046720" cy="777240"/>
          </a:xfrm>
          <a:prstGeom prst="rect">
            <a:avLst/>
          </a:prstGeom>
          <a:solidFill>
            <a:srgbClr val="C2410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41879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「你看看别人家的孩子」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449884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比较是最隐蔽的伤害。每个孩子都是独特的，比较只会让孩子觉得自己不够好。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这些困境背后，有什么共同点？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828800" cy="36576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1920240" cy="3108960"/>
          </a:xfrm>
          <a:prstGeom prst="rect">
            <a:avLst/>
          </a:prstGeom>
          <a:solidFill>
            <a:srgbClr val="FFF7E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192024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54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连接断裂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194560"/>
            <a:ext cx="1645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家长和孩子之间的情感连接出了问题。孩子感受不到被理解，家长感受不到被尊重。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51760" y="1280160"/>
            <a:ext cx="1920240" cy="3108960"/>
          </a:xfrm>
          <a:prstGeom prst="rect">
            <a:avLst/>
          </a:prstGeom>
          <a:solidFill>
            <a:srgbClr val="FFF7E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51760" y="1280160"/>
            <a:ext cx="192024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0" name="Text 8"/>
          <p:cNvSpPr/>
          <p:nvPr/>
        </p:nvSpPr>
        <p:spPr>
          <a:xfrm>
            <a:off x="2788920" y="1554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方法缺失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88920" y="2194560"/>
            <a:ext cx="1645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大多数家长没有学过「怎么当家长」。凭本能和记忆来教育，在新时代不够用了。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280160"/>
            <a:ext cx="1920240" cy="3108960"/>
          </a:xfrm>
          <a:prstGeom prst="rect">
            <a:avLst/>
          </a:prstGeom>
          <a:solidFill>
            <a:srgbClr val="FFF7E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280160"/>
            <a:ext cx="192024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1554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焦虑传导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2194560"/>
            <a:ext cx="1645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家长自己的焦虑——工作压力、经济压力、社会比较——不知不觉传给了孩子。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0" y="1280160"/>
            <a:ext cx="1920240" cy="3108960"/>
          </a:xfrm>
          <a:prstGeom prst="rect">
            <a:avLst/>
          </a:prstGeom>
          <a:solidFill>
            <a:srgbClr val="FFF7E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0" y="1280160"/>
            <a:ext cx="192024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0" y="1554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缺乏支持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95160" y="2194560"/>
            <a:ext cx="1645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家长是世界上最孤独的角色。没有人教，没有人帮，出了问题还要被指责。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5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你并不孤单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英国5,866位家长参与了全国调查，他们和你面临一样的困境。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你不是一个人在战斗。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371600" y="2542032"/>
            <a:ext cx="274320" cy="274320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25146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920240" y="24688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承认困难不是软弱，是勇敢的第一步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371600" y="3136392"/>
            <a:ext cx="274320" cy="274320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31089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920240" y="30632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每个家长都在摸索，没有人天生就会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371600" y="3730752"/>
            <a:ext cx="274320" cy="274320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7033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920240" y="36576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你今天坐在这里，已经比大多数家长走得更远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371600" y="4325112"/>
            <a:ext cx="274320" cy="274320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42976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920240" y="42519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改变不需要完美，只需要开始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今日小结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828800" cy="36576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801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我们认清了一个事实：今天的家长面临前所未有的挑战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六大困境：屏幕时间、沟通断裂、情绪管理、学业压力、行为问题、社交能力下降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旧方法不管用了——惩罚、说教、比较，只会让问题更糟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困境背后的共同点：连接断裂、方法缺失、焦虑传导、缺乏支持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8404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好消息是：你并不孤单，而且这些问题是可以解决的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389120"/>
            <a:ext cx="8046720" cy="54864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4348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下一节：如果你遇到这些困难，你会怎么处理？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A5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认识问题，是改变的开始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TQUK 家长教练 · Day 1 · 第一部分结束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TQUK 家长教练 · PPT1 当今家长面临的困难</dc:title>
  <dc:subject>PptxGenJS Presentation</dc:subject>
  <dc:creator>TQUK · boyboy管家</dc:creator>
  <cp:lastModifiedBy>TQUK · boyboy管家</cp:lastModifiedBy>
  <cp:revision>1</cp:revision>
  <dcterms:created xsi:type="dcterms:W3CDTF">2026-07-21T08:51:46Z</dcterms:created>
  <dcterms:modified xsi:type="dcterms:W3CDTF">2026-07-21T08:51:46Z</dcterms:modified>
</cp:coreProperties>
</file>